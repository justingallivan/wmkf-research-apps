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Request Workbench — Under the Hood</a:t>
            </a:r>
          </a:p>
          <a:p>
            <a:pPr>
              <a:defRPr sz="2000">
                <a:solidFill>
                  <a:srgbClr val="C9D4E0"/>
                </a:solidFill>
              </a:defRPr>
            </a:pPr>
            <a:r>
              <a:t>Architecture &amp; data walkthrough on the same step spine</a:t>
            </a:r>
          </a:p>
          <a:p>
            <a:pPr>
              <a:defRPr sz="1300" b="1">
                <a:solidFill>
                  <a:srgbClr val="0B5C8A"/>
                </a:solidFill>
              </a:defRPr>
            </a:pPr>
            <a:r>
              <a:t>ONBOARDING · TECHNICAL EDITION · DRAFT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this deck maps to the PD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Same 15-step spine, same order — each step adds the implementation layer beneath it.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Conventions in this deck: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file paths in pages/ shared/ lib/ ; API routes as /api/... ; Dataverse logical names as wmkf_* / akoya_*.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Source of truth, in priority order: live source &amp; probes &gt; Atlas pages &gt; this deck.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Citations were read from source this session; verify against Atlas before quoting in anything durable.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Per-request shell: pages/workbench/[requestId].js (tier-3 page).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Tab + sub-tab selection is query-string driven: ?tab=reviewers&amp;sub=track (deep-linkable; legacy sub=invite/completed normalize to track).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Implemented tab components: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OverviewTab · ProposalTab · InitialAssessmentTab · ReviewersTab · ReviewsTab · StatusTab · AwardeeTab (shared/components/...).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The other 3 tab keys fall through to a "coming in a later update" card.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Consolidation: the Workbench merges the old reviewer-finder + review-manager apps; one app-access grant ('reviewers') now covers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Access &amp;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Page is wrapped in RequireAppAccess appKey="reviewers".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Per-user app grants live in Dataverse (admin-managed); the same filter gates tab visibility.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Identity comes from the authenticated session — never from request input.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canManage is computed (reviewer-modes) to gate write actions vs. read-only viewers.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Shell, entry &amp; tab strip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STEPS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Open → context → tabs (the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Request context is resolved once by the shell via /api/workbench/resolve-request.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Returns requestId, requestNumber, title, cycleLabel, grantProgram, institution, PD.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context is passed down to every tab component — tabs don't re-fetch identity.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Cycle label derives from the meeting date (J{YY}/D{YY}); used by Awardee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Overview tab — the command center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Overview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Component: shared/components/workbench/OverviewTab.js (v1, command center).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Data: /api/workbench/reviewer-rollup — counts-only funnel (no person/researcher fan-out).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Server derives the funnel counts + a lightweight "what next" hint.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Deferred (no live source yet): writeup status, returned-review state, full isActionableForPD rule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Proposal tab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Proposal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Component: ProposalTab.js — three stacked sections.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Top + AI render from the already-loaded context (no extra call).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Documents fetched from /api/workbench/proposal-documents (request-scoped).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Phase I files download through the scoped blob proxy (no raw blob token to the client).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Field Primer envelope parsed client-side (utils/field-primer-envelope, field-primer-display).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Find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Reviewers · Find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Component: ReviewerFindPanel (Phase 3) — applicant ingestion + in-panel search.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Search/enrich routes under /api/reviewer-finder/* (discover, enrich-contacts, analyze).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External enrichment is affiliation-disambiguated (serp-contact-service institutionConflicts).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Results are EPHEMERAL until save-candidates writes wmkf_appreviewersuggestion.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Invite Reviewers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Reviewers · Invite Reviewers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Component: ReviewerInvitePanel.js; roster from /api/reviewer-finder/my-candidates?requestId=.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Candidate detail maps off the person row wmkf_potentialreviewers (bibliometrics folded on; sidecar dropped S213).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Invite → InviteEmailModal → render-emails / send-emails with templateType:'invitation'.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S277: the manual "Re-invite already-invited" button was removed in favor of the per-reviewer Send reminder action;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allowResend re-mint remains callable server-side (repair-follow-up flow only), independent of the reminder-cron hold.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Campaign settings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Campaign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Route: /api/review-manager/campaign-config (GET/POST).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Persisted per-request on akoya_request (wave 7-reviewer-engagement, prod 2026-06-21):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wmkf_respondoffsetdays, wmkf_reviewduedate, wmkf_respondreminderenabled/leaddays,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wmkf_reviewduereminderenabled/leaddays, wmkf_desiredcount, wmkf_quotanotifiedat.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CampaignConfigModal exposes timing/quota only; reminder controls are absent and both flags default true.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Sending the invitation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Sending the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render-emails previews a non-live {{externalLink}} position; send-emails mints/substitutes the live link and delivers via Dynamics.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Duplicate-send guard: shouldSkipDuplicateInvitation (lib/utils/reviewer-invite.js).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Attachment safety is SERVER-authoritative: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recipientMayReceiveAttachments gates on recipient wmkf_accepted, NOT caller templateType.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Sets wmkf_invited + wmkf_emailsentat; no reviewstatus bump (pre-acceptance).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the reviewer sees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the reviewer sees (portal)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Page: pages/external/review/[token].js; routes /api/external/review/[token]/{context,respond,upload}.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Token: signed JWT, only its hash stored; re-mints on every email with the link (latest-link-wins).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verify-suggestion-token checks signature/expiry + stored hash + revoked + stored expiry.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Accept: respond.js stages the fast accept, then the reviewer-acceptance drain runs config-gated honorarium creation; BILL remains deferred this cycle.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Track Reviewers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Track Reviewers + token TTL + reminders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Release/materials send mints a long-lived token (~review-due + 90d); only accepted reviewers receive it.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Non-responder/invite links cap at review-due + grace (lib/external/reviewer-token-ttl.js via send-emails).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Cron route (/api/cron/reviewer-reminders) is implemented but unscheduled (Vercel cron absent); manual reminders (respond + review-due) are live via send-review-reminder.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respond-by: deadline = emailSentAt + respondOffsetDays - lead; fire-once wmkf_respondremindersentat.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review-due: deadline = reviewDueDate - lead; fire-once via existing wmkf_remindersentat. Claim-before-send (If-Match).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Quota &amp; winding down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Quota &amp; winding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lib/services/reviewer-quota.js — maybeNotifyQuotaReached called from respond.js AFTER the accept commits.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Count = wmkf_accepted eq true; notify is a conditional null-&gt;set of wmkf_quotanotifiedat via If-Match (no double-notify).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Release-as-no-longer-needed: POST /api/review-manager/withdraw-sufficient.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writes withdrawn_sufficient + wmkf_withdrawnsufficientat on still-pending rows only; clears the respond marker.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13-14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Completion (in Track Reviewers) &amp; Status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STEPS 13-14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Completed reviews &amp; Status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Completed reviews show within Track Reviewers (no separate Completed tab): reviews returned via the review-manager reviewers feed; wmkf_accepted lifecycle.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StatusTab.js: read-only reflection of akoya_requeststatus.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statusClass derived via the value-&gt;class map in lib/services/dataverse-export/constants.js.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Unknown status -&gt; UNCLASSIFIED, shown raw (never coerced). Workbench never writes status.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Awardee tab — grantee deliverables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Awardee tab — grantee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Component: AwardeeTab.js (chunk 3d); research-grants only.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Endpoints under /api/workbench/grantee-deliverables/*: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generate (abstract), recipients, send-invite, website-html, cycle-export.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send-invite mints a stateless grantee magic link server-side; PI in To, liaison in Cc; flips Drafted-&gt;Invited once.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&amp;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Reviewer engagement wave: lib/dataverse/schema/wave7-reviewer-engagement/ (9 fields, prod 2026-06-21).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Per-request config → akoya_request; per-reviewer markers → wmkf_appreviewersuggestion.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Candidate/person identity → wmkf_potentialreviewers (bibliometrics on the person).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Status taxonomy → lib/services/dataverse-export/constants.js.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New columns carry NO Power Automate trigger (verified post-deploy).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Automation &amp;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reviewer-reminders route remains implemented but is unscheduled; sweep-stale-invites still runs for status bookkeeping.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Token cap (access gate at review-due) and the stale-invite sweep (status at meeting date) are DIFFERENT gates — both stay.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Cron auth: Vercel CRON_SECRET on all /api/cron/* routes.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Prebuild + CI hold gate blocks accidental reviewer-reminder cron re-registration.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Source of truth (don't let this deck rot)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Spec: docs/REVIEWER_ENGAGEMENT_SPEC.md (Phases 1/2/4 live; Phase 3 mechanism implemented, schedule paused).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Atlas: docs/atlas/dataverse-akoya-request.md, dataverse-wmkf-appreviewersuggestion.md.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Agent wiki: docs/agent-wiki/topics/reviewer-workbench-lifecycle.md (+ reviewer-* topics).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Build plans: REQUEST_WORKBENCH_BUILD_PLAN.md, WORKBENCH_PROPOSAL_TAB_BUILD_PLAN.md.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When behavior changes, update the spec/Atlas/wiki first; regenerate this deck from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