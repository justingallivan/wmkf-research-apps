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37cba7e5ec4471" /><Relationship Type="http://schemas.openxmlformats.org/officeDocument/2006/relationships/extended-properties" Target="/docProps/app.xml" Id="Re53a410bd93f4481" /><Relationship Type="http://schemas.openxmlformats.org/officeDocument/2006/relationships/officeDocument" Target="/ppt/presentation.xml" Id="Rac3f6438a9d24b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4f733794044ad6"/>
  </p:sldMasterIdLst>
  <p:notesMasterIdLst>
    <p:notesMasterId xmlns:r="http://schemas.openxmlformats.org/officeDocument/2006/relationships" r:id="R82ccc7f072c44ba7"/>
  </p:notesMasterIdLst>
  <p:sldIdLst>
    <p:sldId xmlns:r="http://schemas.openxmlformats.org/officeDocument/2006/relationships" id="256" r:id="R88d73c3e36c844e6"/>
    <p:sldId xmlns:r="http://schemas.openxmlformats.org/officeDocument/2006/relationships" id="257" r:id="Ra9a82cbf3d344863"/>
    <p:sldId xmlns:r="http://schemas.openxmlformats.org/officeDocument/2006/relationships" id="258" r:id="R3aea883533ec4ed5"/>
    <p:sldId xmlns:r="http://schemas.openxmlformats.org/officeDocument/2006/relationships" id="259" r:id="Re8ae2a0289534618"/>
    <p:sldId xmlns:r="http://schemas.openxmlformats.org/officeDocument/2006/relationships" id="260" r:id="Rb9691171d6e14219"/>
    <p:sldId xmlns:r="http://schemas.openxmlformats.org/officeDocument/2006/relationships" id="261" r:id="R68e5e78544164540"/>
    <p:sldId xmlns:r="http://schemas.openxmlformats.org/officeDocument/2006/relationships" id="262" r:id="R02e88c2ae7344772"/>
    <p:sldId xmlns:r="http://schemas.openxmlformats.org/officeDocument/2006/relationships" id="263" r:id="Rc1d9f41d4cde4d17"/>
    <p:sldId xmlns:r="http://schemas.openxmlformats.org/officeDocument/2006/relationships" id="264" r:id="R8051e2c4951d4981"/>
    <p:sldId xmlns:r="http://schemas.openxmlformats.org/officeDocument/2006/relationships" id="265" r:id="Rda8595ee972648fb"/>
    <p:sldId xmlns:r="http://schemas.openxmlformats.org/officeDocument/2006/relationships" id="266" r:id="Rb27a1e3e232942ef"/>
    <p:sldId xmlns:r="http://schemas.openxmlformats.org/officeDocument/2006/relationships" id="267" r:id="Rc798f47da40146a6"/>
    <p:sldId xmlns:r="http://schemas.openxmlformats.org/officeDocument/2006/relationships" id="268" r:id="R592e1acdbff745b8"/>
    <p:sldId xmlns:r="http://schemas.openxmlformats.org/officeDocument/2006/relationships" id="269" r:id="R2bf4dc48ab87440e"/>
    <p:sldId xmlns:r="http://schemas.openxmlformats.org/officeDocument/2006/relationships" id="270" r:id="R6830d5602d6d45ee"/>
    <p:sldId xmlns:r="http://schemas.openxmlformats.org/officeDocument/2006/relationships" id="271" r:id="Rbd031f364dd24d54"/>
    <p:sldId xmlns:r="http://schemas.openxmlformats.org/officeDocument/2006/relationships" id="272" r:id="R264d74daf0984dea"/>
    <p:sldId xmlns:r="http://schemas.openxmlformats.org/officeDocument/2006/relationships" id="273" r:id="R9027a02efa8d4c0d"/>
    <p:sldId xmlns:r="http://schemas.openxmlformats.org/officeDocument/2006/relationships" id="274" r:id="Rcd222d5ab11f45a0"/>
    <p:sldId xmlns:r="http://schemas.openxmlformats.org/officeDocument/2006/relationships" id="275" r:id="R86d4cc802e7e40a4"/>
    <p:sldId xmlns:r="http://schemas.openxmlformats.org/officeDocument/2006/relationships" id="276" r:id="R3c9a50b94cbd4e2e"/>
    <p:sldId xmlns:r="http://schemas.openxmlformats.org/officeDocument/2006/relationships" id="277" r:id="Reb8ec7b785e14750"/>
    <p:sldId xmlns:r="http://schemas.openxmlformats.org/officeDocument/2006/relationships" id="278" r:id="Rbf11b4bcefb1446f"/>
    <p:sldId xmlns:r="http://schemas.openxmlformats.org/officeDocument/2006/relationships" id="279" r:id="R357a06c6e79748c5"/>
    <p:sldId xmlns:r="http://schemas.openxmlformats.org/officeDocument/2006/relationships" id="280" r:id="R5b7c4bcec1d74549"/>
    <p:sldId xmlns:r="http://schemas.openxmlformats.org/officeDocument/2006/relationships" id="281" r:id="Rc5c193c186ef4e09"/>
    <p:sldId xmlns:r="http://schemas.openxmlformats.org/officeDocument/2006/relationships" id="282" r:id="R4211c38376474d8a"/>
    <p:sldId xmlns:r="http://schemas.openxmlformats.org/officeDocument/2006/relationships" id="283" r:id="R06d41529a10c4116"/>
    <p:sldId xmlns:r="http://schemas.openxmlformats.org/officeDocument/2006/relationships" id="284" r:id="R45953d47e3b84154"/>
    <p:sldId xmlns:r="http://schemas.openxmlformats.org/officeDocument/2006/relationships" id="285" r:id="R6d6694029fc2420a"/>
    <p:sldId xmlns:r="http://schemas.openxmlformats.org/officeDocument/2006/relationships" id="286" r:id="Re4d23bad796e42af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56a350a764442c" /><Relationship Type="http://schemas.openxmlformats.org/officeDocument/2006/relationships/slideMaster" Target="/ppt/slideMasters/slideMaster1.xml" Id="R954f733794044ad6" /><Relationship Type="http://schemas.openxmlformats.org/officeDocument/2006/relationships/notesMaster" Target="/ppt/notesMasters/notesMaster1.xml" Id="R82ccc7f072c44ba7" /><Relationship Type="http://schemas.openxmlformats.org/officeDocument/2006/relationships/presProps" Target="/ppt/presProps.xml" Id="Re83783a625da43bc" /><Relationship Type="http://schemas.openxmlformats.org/officeDocument/2006/relationships/viewProps" Target="/ppt/viewProps.xml" Id="R247ae45130f4481f" /><Relationship Type="http://schemas.openxmlformats.org/officeDocument/2006/relationships/tableStyles" Target="/ppt/tableStyles.xml" Id="Rf90df96a2b41410b" /><Relationship Type="http://schemas.openxmlformats.org/officeDocument/2006/relationships/slide" Target="/ppt/slides/slide1.xml" Id="R88d73c3e36c844e6" /><Relationship Type="http://schemas.openxmlformats.org/officeDocument/2006/relationships/slide" Target="/ppt/slides/slide2.xml" Id="Ra9a82cbf3d344863" /><Relationship Type="http://schemas.openxmlformats.org/officeDocument/2006/relationships/slide" Target="/ppt/slides/slide3.xml" Id="R3aea883533ec4ed5" /><Relationship Type="http://schemas.openxmlformats.org/officeDocument/2006/relationships/slide" Target="/ppt/slides/slide4.xml" Id="Re8ae2a0289534618" /><Relationship Type="http://schemas.openxmlformats.org/officeDocument/2006/relationships/slide" Target="/ppt/slides/slide5.xml" Id="Rb9691171d6e14219" /><Relationship Type="http://schemas.openxmlformats.org/officeDocument/2006/relationships/slide" Target="/ppt/slides/slide6.xml" Id="R68e5e78544164540" /><Relationship Type="http://schemas.openxmlformats.org/officeDocument/2006/relationships/slide" Target="/ppt/slides/slide7.xml" Id="R02e88c2ae7344772" /><Relationship Type="http://schemas.openxmlformats.org/officeDocument/2006/relationships/slide" Target="/ppt/slides/slide8.xml" Id="Rc1d9f41d4cde4d17" /><Relationship Type="http://schemas.openxmlformats.org/officeDocument/2006/relationships/slide" Target="/ppt/slides/slide9.xml" Id="R8051e2c4951d4981" /><Relationship Type="http://schemas.openxmlformats.org/officeDocument/2006/relationships/slide" Target="/ppt/slides/slide10.xml" Id="Rda8595ee972648fb" /><Relationship Type="http://schemas.openxmlformats.org/officeDocument/2006/relationships/slide" Target="/ppt/slides/slide11.xml" Id="Rb27a1e3e232942ef" /><Relationship Type="http://schemas.openxmlformats.org/officeDocument/2006/relationships/slide" Target="/ppt/slides/slide12.xml" Id="Rc798f47da40146a6" /><Relationship Type="http://schemas.openxmlformats.org/officeDocument/2006/relationships/slide" Target="/ppt/slides/slide13.xml" Id="R592e1acdbff745b8" /><Relationship Type="http://schemas.openxmlformats.org/officeDocument/2006/relationships/slide" Target="/ppt/slides/slide14.xml" Id="R2bf4dc48ab87440e" /><Relationship Type="http://schemas.openxmlformats.org/officeDocument/2006/relationships/slide" Target="/ppt/slides/slide15.xml" Id="R6830d5602d6d45ee" /><Relationship Type="http://schemas.openxmlformats.org/officeDocument/2006/relationships/slide" Target="/ppt/slides/slide16.xml" Id="Rbd031f364dd24d54" /><Relationship Type="http://schemas.openxmlformats.org/officeDocument/2006/relationships/slide" Target="/ppt/slides/slide17.xml" Id="R264d74daf0984dea" /><Relationship Type="http://schemas.openxmlformats.org/officeDocument/2006/relationships/slide" Target="/ppt/slides/slide18.xml" Id="R9027a02efa8d4c0d" /><Relationship Type="http://schemas.openxmlformats.org/officeDocument/2006/relationships/slide" Target="/ppt/slides/slide19.xml" Id="Rcd222d5ab11f45a0" /><Relationship Type="http://schemas.openxmlformats.org/officeDocument/2006/relationships/slide" Target="/ppt/slides/slide20.xml" Id="R86d4cc802e7e40a4" /><Relationship Type="http://schemas.openxmlformats.org/officeDocument/2006/relationships/slide" Target="/ppt/slides/slide21.xml" Id="R3c9a50b94cbd4e2e" /><Relationship Type="http://schemas.openxmlformats.org/officeDocument/2006/relationships/slide" Target="/ppt/slides/slide22.xml" Id="Reb8ec7b785e14750" /><Relationship Type="http://schemas.openxmlformats.org/officeDocument/2006/relationships/slide" Target="/ppt/slides/slide23.xml" Id="Rbf11b4bcefb1446f" /><Relationship Type="http://schemas.openxmlformats.org/officeDocument/2006/relationships/slide" Target="/ppt/slides/slide24.xml" Id="R357a06c6e79748c5" /><Relationship Type="http://schemas.openxmlformats.org/officeDocument/2006/relationships/slide" Target="/ppt/slides/slide25.xml" Id="R5b7c4bcec1d74549" /><Relationship Type="http://schemas.openxmlformats.org/officeDocument/2006/relationships/slide" Target="/ppt/slides/slide26.xml" Id="Rc5c193c186ef4e09" /><Relationship Type="http://schemas.openxmlformats.org/officeDocument/2006/relationships/slide" Target="/ppt/slides/slide27.xml" Id="R4211c38376474d8a" /><Relationship Type="http://schemas.openxmlformats.org/officeDocument/2006/relationships/slide" Target="/ppt/slides/slide28.xml" Id="R06d41529a10c4116" /><Relationship Type="http://schemas.openxmlformats.org/officeDocument/2006/relationships/slide" Target="/ppt/slides/slide29.xml" Id="R45953d47e3b84154" /><Relationship Type="http://schemas.openxmlformats.org/officeDocument/2006/relationships/slide" Target="/ppt/slides/slide30.xml" Id="R6d6694029fc2420a" /><Relationship Type="http://schemas.openxmlformats.org/officeDocument/2006/relationships/slide" Target="/ppt/slides/slide31.xml" Id="Re4d23bad796e42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27487f44a14f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5f0724498f45ac" /><Relationship Type="http://schemas.openxmlformats.org/officeDocument/2006/relationships/notesMaster" Target="/ppt/notesMasters/notesMaster1.xml" Id="R376e5bfecd774e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4d1992b3194995" /><Relationship Type="http://schemas.openxmlformats.org/officeDocument/2006/relationships/notesMaster" Target="/ppt/notesMasters/notesMaster1.xml" Id="Rd52c37503f9d43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cfde2b146d4c24" /><Relationship Type="http://schemas.openxmlformats.org/officeDocument/2006/relationships/notesMaster" Target="/ppt/notesMasters/notesMaster1.xml" Id="Rbd8171ee269a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4f62f70ce7407a" /><Relationship Type="http://schemas.openxmlformats.org/officeDocument/2006/relationships/notesMaster" Target="/ppt/notesMasters/notesMaster1.xml" Id="R4f3da7fab8e74d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b25471a31c4097" /><Relationship Type="http://schemas.openxmlformats.org/officeDocument/2006/relationships/notesMaster" Target="/ppt/notesMasters/notesMaster1.xml" Id="Rfecdb3635f7c4d5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22418fab950451f" /><Relationship Type="http://schemas.openxmlformats.org/officeDocument/2006/relationships/notesMaster" Target="/ppt/notesMasters/notesMaster1.xml" Id="R4e741cf53f0b46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1ade8da80245f5" /><Relationship Type="http://schemas.openxmlformats.org/officeDocument/2006/relationships/notesMaster" Target="/ppt/notesMasters/notesMaster1.xml" Id="R2703938191f94e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77e2291b754450" /><Relationship Type="http://schemas.openxmlformats.org/officeDocument/2006/relationships/notesMaster" Target="/ppt/notesMasters/notesMaster1.xml" Id="R9301c9b1c2b34e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693c90e4e64275" /><Relationship Type="http://schemas.openxmlformats.org/officeDocument/2006/relationships/notesMaster" Target="/ppt/notesMasters/notesMaster1.xml" Id="R7a3f2218b73145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2856fbfce14d1d" /><Relationship Type="http://schemas.openxmlformats.org/officeDocument/2006/relationships/notesMaster" Target="/ppt/notesMasters/notesMaster1.xml" Id="Rbb61868dc38a4e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efc34e127245f3" /><Relationship Type="http://schemas.openxmlformats.org/officeDocument/2006/relationships/notesMaster" Target="/ppt/notesMasters/notesMaster1.xml" Id="R00c33799d1f244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186d343b874c20" /><Relationship Type="http://schemas.openxmlformats.org/officeDocument/2006/relationships/notesMaster" Target="/ppt/notesMasters/notesMaster1.xml" Id="Rf3006459c6734b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42aa586fa0e47e9" /><Relationship Type="http://schemas.openxmlformats.org/officeDocument/2006/relationships/notesMaster" Target="/ppt/notesMasters/notesMaster1.xml" Id="R32fbcad6d7f24e1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eccd19dafe45fd" /><Relationship Type="http://schemas.openxmlformats.org/officeDocument/2006/relationships/notesMaster" Target="/ppt/notesMasters/notesMaster1.xml" Id="Ra28615cb0f2946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df252a7ffaa4925" /><Relationship Type="http://schemas.openxmlformats.org/officeDocument/2006/relationships/notesMaster" Target="/ppt/notesMasters/notesMaster1.xml" Id="Rb27ae873c8a54d5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0f1a32741dd4ee9" /><Relationship Type="http://schemas.openxmlformats.org/officeDocument/2006/relationships/notesMaster" Target="/ppt/notesMasters/notesMaster1.xml" Id="R05d9073f8ace43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6f5af5c5e354bb2" /><Relationship Type="http://schemas.openxmlformats.org/officeDocument/2006/relationships/notesMaster" Target="/ppt/notesMasters/notesMaster1.xml" Id="R97bf28ca9bb44ca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975cd8fca94591" /><Relationship Type="http://schemas.openxmlformats.org/officeDocument/2006/relationships/notesMaster" Target="/ppt/notesMasters/notesMaster1.xml" Id="R2faf1086a04f42c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7f2d8b9720406e" /><Relationship Type="http://schemas.openxmlformats.org/officeDocument/2006/relationships/notesMaster" Target="/ppt/notesMasters/notesMaster1.xml" Id="Rcf4a924c75c84cf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fcd368bf2e04f0c" /><Relationship Type="http://schemas.openxmlformats.org/officeDocument/2006/relationships/notesMaster" Target="/ppt/notesMasters/notesMaster1.xml" Id="Re0daa5c9c8fc43e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9bfcafe546645a4" /><Relationship Type="http://schemas.openxmlformats.org/officeDocument/2006/relationships/notesMaster" Target="/ppt/notesMasters/notesMaster1.xml" Id="Rd9aa31d666a34c2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bc006b67724c2d" /><Relationship Type="http://schemas.openxmlformats.org/officeDocument/2006/relationships/notesMaster" Target="/ppt/notesMasters/notesMaster1.xml" Id="Rd8134d484c15462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92c9d377ad54f88" /><Relationship Type="http://schemas.openxmlformats.org/officeDocument/2006/relationships/notesMaster" Target="/ppt/notesMasters/notesMaster1.xml" Id="R0e47ce26d785408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f3d21d0a1054df2" /><Relationship Type="http://schemas.openxmlformats.org/officeDocument/2006/relationships/notesMaster" Target="/ppt/notesMasters/notesMaster1.xml" Id="R508d2b735e5949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dd6ba49fb394637" /><Relationship Type="http://schemas.openxmlformats.org/officeDocument/2006/relationships/notesMaster" Target="/ppt/notesMasters/notesMaster1.xml" Id="R37b92d09af2f442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cf3bd09ea2b4d2a" /><Relationship Type="http://schemas.openxmlformats.org/officeDocument/2006/relationships/notesMaster" Target="/ppt/notesMasters/notesMaster1.xml" Id="Rde8a1a6c1d4d40d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aa4497711344c0f" /><Relationship Type="http://schemas.openxmlformats.org/officeDocument/2006/relationships/notesMaster" Target="/ppt/notesMasters/notesMaster1.xml" Id="R5e1b1b2563f6463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7f94f6fab624ba7" /><Relationship Type="http://schemas.openxmlformats.org/officeDocument/2006/relationships/notesMaster" Target="/ppt/notesMasters/notesMaster1.xml" Id="R32a68c66b5f1410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7f4895929c842a1" /><Relationship Type="http://schemas.openxmlformats.org/officeDocument/2006/relationships/notesMaster" Target="/ppt/notesMasters/notesMaster1.xml" Id="R2d8ca5530b3b413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95473c51d274070" /><Relationship Type="http://schemas.openxmlformats.org/officeDocument/2006/relationships/notesMaster" Target="/ppt/notesMasters/notesMaster1.xml" Id="R8ecd19393a6a48b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4622b63cb424a31" /><Relationship Type="http://schemas.openxmlformats.org/officeDocument/2006/relationships/notesMaster" Target="/ppt/notesMasters/notesMaster1.xml" Id="R44fcb936b61548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3a793d24ac4c6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cf6442aa7743a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99b1809fb43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aca62b9c604e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c8746eadbe42f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a617484122487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99b038826e4f0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41032f3f4d496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301116ac764ef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b2f0440954a8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f1d7c9c9914e2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7881D5-8FB9-4BE6-BEEB-3CBCF5249D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4B8D761-899E-42B6-8E73-6A8CF38797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3962B9F-5306-4293-BBC2-26FC72F8B38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A483FC-141B-45FD-A649-537731BECF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9297C4-DC15-4250-93C1-554E91A541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CB7E06-EA51-461F-BBF7-2B690CCBA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100A240-1664-4C5F-819F-AB07081C907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A6BB51-5B33-475C-ADA7-127EC1EF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44E9E8-7EA1-4BF2-9545-F1A0305A5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FEE0C7-26CF-46EA-B847-51E5596996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7F248D-4BA7-4F05-B218-D4B66E9808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E1B62CF-06ED-43CA-B756-A8E683E941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9C6A55-9266-4193-BB48-70BD6CFD9E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6930D9-BBAF-460A-A612-1BC90320038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015084-CD6A-4597-8413-5391D9710A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E89A30-9881-4492-B759-B38DF7A42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419896B-10C0-4E0D-9C96-D972E4B617B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97C4465-CCF6-429A-85BA-81F4553C83F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DC117EE-4F31-442E-91BC-34EE41992C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C66E5A-FDDD-4295-AD12-9D7C04BCDD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30354FA-47C4-44CD-B6AD-A7585FE597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F49F47-D3F7-4A25-A668-8D561AF266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4607D5-4E16-44E7-B19A-4791F78D8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B3B9551-75ED-406A-99FC-8CAD6BFBAF3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C9A8663-1521-42C2-8B56-EAE5ACCB4A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00AF4F7-1B88-49F2-A0DD-D7954694F35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2982D12-6024-4E39-B461-3964D2F8EA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4104455-8F8C-45DD-B7AE-E5D62C2BA0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49364A9-C51F-48B9-A748-2527511E13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4BBBEB-1C62-4A07-91F8-A42550B005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D94A5C7-E232-4314-9678-B673395300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85AF4BA-B297-420D-A8A9-09FAA81975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D2B6B24-3E99-4B49-B34B-8555778D56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674FBE-0824-45D2-B538-3820716CFC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A1AFA8B-DFFF-406E-9AE3-DFAC747F6A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A04F892-BF78-474E-8807-398F534F1C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85EE02-B326-4924-8857-6EB9E9CB62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D82B64-8271-4278-8081-6591EC997D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D076058-6186-41E2-8A10-BE1942B9F0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8DDC5D-B3D7-4DAA-A4DD-8575A687C6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2FAA9B-022A-488F-B8FB-177C3CAADC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8ED7B9-856F-4D97-893B-DC2E5C1160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CB9FD9-6D4D-4216-93D9-24AA3FB397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3B825D3-EF63-49E6-9105-6E407111A37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883D8A-22B8-4925-9C01-8ADCFB30F7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D388F2-8934-4EC2-9CA2-187812FE1D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67F2972-E24B-495F-960F-8142AA91E9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CA9D53C-DAE4-4857-87EE-F0ED4BC59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1CDB70-0A7F-4F28-B620-7505B02811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76AC1-77E3-4494-BE82-C34C18916E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3374BB-7067-4882-92AD-8761B63571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46EA55-1445-436F-962B-4A05803E5A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E1FD297-87A7-4961-92A7-28A03228D8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1D4427D-EB33-47C0-B08B-8DA2760924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65351D-5AD9-439C-90A6-D30AE5E820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B59B913-9AAD-40C8-9EFB-0E99782231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7248308-B930-421E-9548-C2F156A8FC6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BF08FC-DE9B-40A5-A187-A91EF1DF36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cf512f3e1f4dc4" /><Relationship Type="http://schemas.openxmlformats.org/officeDocument/2006/relationships/slideLayout" Target="/ppt/slideLayouts/slideLayout1.xml" Id="Rdaad46a9d4cb443e" /><Relationship Type="http://schemas.openxmlformats.org/officeDocument/2006/relationships/slideLayout" Target="/ppt/slideLayouts/slideLayout2.xml" Id="R5359250ed5124769" /><Relationship Type="http://schemas.openxmlformats.org/officeDocument/2006/relationships/slideLayout" Target="/ppt/slideLayouts/slideLayout3.xml" Id="Ra94eea2e3c4d4476" /><Relationship Type="http://schemas.openxmlformats.org/officeDocument/2006/relationships/slideLayout" Target="/ppt/slideLayouts/slideLayout4.xml" Id="R39d0847460e8476e" /><Relationship Type="http://schemas.openxmlformats.org/officeDocument/2006/relationships/slideLayout" Target="/ppt/slideLayouts/slideLayout5.xml" Id="Ra9fdc03830964613" /><Relationship Type="http://schemas.openxmlformats.org/officeDocument/2006/relationships/slideLayout" Target="/ppt/slideLayouts/slideLayout6.xml" Id="R91dde43bfed5448a" /><Relationship Type="http://schemas.openxmlformats.org/officeDocument/2006/relationships/slideLayout" Target="/ppt/slideLayouts/slideLayout7.xml" Id="R941cc16b9d2c4fb6" /><Relationship Type="http://schemas.openxmlformats.org/officeDocument/2006/relationships/slideLayout" Target="/ppt/slideLayouts/slideLayout8.xml" Id="R6c46b0932cb040cf" /><Relationship Type="http://schemas.openxmlformats.org/officeDocument/2006/relationships/slideLayout" Target="/ppt/slideLayouts/slideLayout9.xml" Id="Rc32779271f8742f6" /><Relationship Type="http://schemas.openxmlformats.org/officeDocument/2006/relationships/slideLayout" Target="/ppt/slideLayouts/slideLayout10.xml" Id="R9d83fa1e15734a03" /><Relationship Type="http://schemas.openxmlformats.org/officeDocument/2006/relationships/slideLayout" Target="/ppt/slideLayouts/slideLayout11.xml" Id="R04fcaa63e52f464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56087D1-4B8D-4AB1-AE0C-4CF405969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1DC9A2-E75A-4905-887F-474FD1D27D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C6A99BC-DE49-42A5-B8E5-C89C794389C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43B197-94CD-46A7-BAE2-A24BAF13D04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25051D-467F-4438-BCE6-9AD345D631D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ad46a9d4cb443e"/>
    <p:sldLayoutId xmlns:r="http://schemas.openxmlformats.org/officeDocument/2006/relationships" id="2147483650" r:id="R5359250ed5124769"/>
    <p:sldLayoutId xmlns:r="http://schemas.openxmlformats.org/officeDocument/2006/relationships" id="2147483651" r:id="Ra94eea2e3c4d4476"/>
    <p:sldLayoutId xmlns:r="http://schemas.openxmlformats.org/officeDocument/2006/relationships" id="2147483652" r:id="R39d0847460e8476e"/>
    <p:sldLayoutId xmlns:r="http://schemas.openxmlformats.org/officeDocument/2006/relationships" id="2147483653" r:id="Ra9fdc03830964613"/>
    <p:sldLayoutId xmlns:r="http://schemas.openxmlformats.org/officeDocument/2006/relationships" id="2147483654" r:id="R91dde43bfed5448a"/>
    <p:sldLayoutId xmlns:r="http://schemas.openxmlformats.org/officeDocument/2006/relationships" id="2147483655" r:id="R941cc16b9d2c4fb6"/>
    <p:sldLayoutId xmlns:r="http://schemas.openxmlformats.org/officeDocument/2006/relationships" id="2147483656" r:id="R6c46b0932cb040cf"/>
    <p:sldLayoutId xmlns:r="http://schemas.openxmlformats.org/officeDocument/2006/relationships" id="2147483657" r:id="Rc32779271f8742f6"/>
    <p:sldLayoutId xmlns:r="http://schemas.openxmlformats.org/officeDocument/2006/relationships" id="2147483658" r:id="R9d83fa1e15734a03"/>
    <p:sldLayoutId xmlns:r="http://schemas.openxmlformats.org/officeDocument/2006/relationships" id="2147483659" r:id="R04fcaa63e52f464e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a5ea81d97a4367" /><Relationship Type="http://schemas.openxmlformats.org/officeDocument/2006/relationships/notesSlide" Target="/ppt/notesSlides/notesSlide1.xml" Id="R20c897be2b6240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3b222b9a3d4b43" /><Relationship Type="http://schemas.openxmlformats.org/officeDocument/2006/relationships/notesSlide" Target="/ppt/notesSlides/notesSlide2.xml" Id="R9a62b7311fb245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4d1895a73b4c5e" /><Relationship Type="http://schemas.openxmlformats.org/officeDocument/2006/relationships/notesSlide" Target="/ppt/notesSlides/notesSlide3.xml" Id="Ree11cf0d43fb43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8847155b524ff4" /><Relationship Type="http://schemas.openxmlformats.org/officeDocument/2006/relationships/notesSlide" Target="/ppt/notesSlides/notesSlide4.xml" Id="Ra04004b8407e4f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1c4d40bc614143" /><Relationship Type="http://schemas.openxmlformats.org/officeDocument/2006/relationships/notesSlide" Target="/ppt/notesSlides/notesSlide5.xml" Id="Rf39516e62ec841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02867944184a4f" /><Relationship Type="http://schemas.openxmlformats.org/officeDocument/2006/relationships/notesSlide" Target="/ppt/notesSlides/notesSlide6.xml" Id="R98625418b1364b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c038a78ba04a36" /><Relationship Type="http://schemas.openxmlformats.org/officeDocument/2006/relationships/notesSlide" Target="/ppt/notesSlides/notesSlide7.xml" Id="R731bd97c8c4748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8257515f0a4a33" /><Relationship Type="http://schemas.openxmlformats.org/officeDocument/2006/relationships/notesSlide" Target="/ppt/notesSlides/notesSlide8.xml" Id="Rd940d1687aa446f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8ef92419934836" /><Relationship Type="http://schemas.openxmlformats.org/officeDocument/2006/relationships/notesSlide" Target="/ppt/notesSlides/notesSlide9.xml" Id="Rb7e2a65c920b41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bf63b5a8f849a9" /><Relationship Type="http://schemas.openxmlformats.org/officeDocument/2006/relationships/notesSlide" Target="/ppt/notesSlides/notesSlide10.xml" Id="R53a2f315e63c44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6c8a337182457f" /><Relationship Type="http://schemas.openxmlformats.org/officeDocument/2006/relationships/notesSlide" Target="/ppt/notesSlides/notesSlide11.xml" Id="R3d0b0cdf739f44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66d57cb2ec4a9a" /><Relationship Type="http://schemas.openxmlformats.org/officeDocument/2006/relationships/notesSlide" Target="/ppt/notesSlides/notesSlide12.xml" Id="R913cf5c309bd43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d20627d0ac431a" /><Relationship Type="http://schemas.openxmlformats.org/officeDocument/2006/relationships/notesSlide" Target="/ppt/notesSlides/notesSlide13.xml" Id="R8b7145d764e146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ea3998a2c544e1" /><Relationship Type="http://schemas.openxmlformats.org/officeDocument/2006/relationships/notesSlide" Target="/ppt/notesSlides/notesSlide14.xml" Id="R7d6f8fa635fc409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2dab04f0fa4f3c" /><Relationship Type="http://schemas.openxmlformats.org/officeDocument/2006/relationships/notesSlide" Target="/ppt/notesSlides/notesSlide15.xml" Id="R181bb8cad90342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3f9c785af243ff" /><Relationship Type="http://schemas.openxmlformats.org/officeDocument/2006/relationships/notesSlide" Target="/ppt/notesSlides/notesSlide16.xml" Id="R570e04375c9d47d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f72e8b8d4b4041" /><Relationship Type="http://schemas.openxmlformats.org/officeDocument/2006/relationships/notesSlide" Target="/ppt/notesSlides/notesSlide17.xml" Id="Rd06a63c677164f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a7e7d2c37c4127" /><Relationship Type="http://schemas.openxmlformats.org/officeDocument/2006/relationships/notesSlide" Target="/ppt/notesSlides/notesSlide18.xml" Id="Rc9871a2dc84f44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f5c3ef8a454ccd" /><Relationship Type="http://schemas.openxmlformats.org/officeDocument/2006/relationships/notesSlide" Target="/ppt/notesSlides/notesSlide19.xml" Id="Rcfac88224a3140d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780835ed514618" /><Relationship Type="http://schemas.openxmlformats.org/officeDocument/2006/relationships/notesSlide" Target="/ppt/notesSlides/notesSlide20.xml" Id="R81c108e6b73f48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fcc6c284244db7" /><Relationship Type="http://schemas.openxmlformats.org/officeDocument/2006/relationships/notesSlide" Target="/ppt/notesSlides/notesSlide21.xml" Id="Rb5793cc94bc9438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549087e97d4a53" /><Relationship Type="http://schemas.openxmlformats.org/officeDocument/2006/relationships/notesSlide" Target="/ppt/notesSlides/notesSlide22.xml" Id="Rce57e88c3392470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36914f012a4e95" /><Relationship Type="http://schemas.openxmlformats.org/officeDocument/2006/relationships/notesSlide" Target="/ppt/notesSlides/notesSlide23.xml" Id="R69d10b75fc4249a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6c61e80fb544679" /><Relationship Type="http://schemas.openxmlformats.org/officeDocument/2006/relationships/notesSlide" Target="/ppt/notesSlides/notesSlide24.xml" Id="Rfce6211dca764a3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95a493876b405f" /><Relationship Type="http://schemas.openxmlformats.org/officeDocument/2006/relationships/notesSlide" Target="/ppt/notesSlides/notesSlide25.xml" Id="R24a83191aab54c6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d962c1abcf447f" /><Relationship Type="http://schemas.openxmlformats.org/officeDocument/2006/relationships/notesSlide" Target="/ppt/notesSlides/notesSlide26.xml" Id="R2304c9e674a943d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e05202504a4a3d" /><Relationship Type="http://schemas.openxmlformats.org/officeDocument/2006/relationships/notesSlide" Target="/ppt/notesSlides/notesSlide27.xml" Id="R523765dab094413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73c06ded164f59" /><Relationship Type="http://schemas.openxmlformats.org/officeDocument/2006/relationships/notesSlide" Target="/ppt/notesSlides/notesSlide28.xml" Id="R7ff692e7c2464ab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08aa17a5ee4e0b" /><Relationship Type="http://schemas.openxmlformats.org/officeDocument/2006/relationships/notesSlide" Target="/ppt/notesSlides/notesSlide29.xml" Id="Rcd1157d45ff3435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1562ed15f14d76" /><Relationship Type="http://schemas.openxmlformats.org/officeDocument/2006/relationships/notesSlide" Target="/ppt/notesSlides/notesSlide30.xml" Id="R0ced9322ad6e40f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f5391b377d47d8" /><Relationship Type="http://schemas.openxmlformats.org/officeDocument/2006/relationships/notesSlide" Target="/ppt/notesSlides/notesSlide31.xml" Id="R533c94176b76435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8831B22-C922-4DE8-84E1-E4720708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17C4419-F2C9-44E3-88AC-15058D69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51560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 xmlns:a="http://schemas.openxmlformats.org/drawingml/2006/main">
            <a:pPr>
              <a:buNone/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 xmlns:a="http://schemas.openxmlformats.org/drawingml/2006/main">
            <a:pPr>
              <a:buNone/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  <p:extLst>
      <p:ext uri="{BB962C8B-B14F-4D97-AF65-F5344CB8AC3E}">
        <p14:creationId xmlns:p14="http://schemas.microsoft.com/office/powerpoint/2010/main" val="15492438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F12638-FE00-4858-B856-207FD8C8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AD1387-C4EF-46E7-9332-D632041A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8B780E7-B47A-4549-AD01-9D12E025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88752B9-C1E2-4160-9EE9-9E2D76F1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  <p:extLst>
      <p:ext uri="{BB962C8B-B14F-4D97-AF65-F5344CB8AC3E}">
        <p14:creationId xmlns:p14="http://schemas.microsoft.com/office/powerpoint/2010/main" val="13534653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BB3BC74-086A-43DC-B441-02E908B3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E0CAB98-3727-4B74-9CA6-A5963CE0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6A5F3E7-050D-4488-8FD4-52328C94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91B27F-D2A0-4380-AA7B-5AE5BC15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?tab=reviewers&amp;sub=track (deep-linkable; legacy sub=invite/completed normalize to track).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Implemented tab components: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OverviewTab · ProposalTab · InitialAssessmentTab · ReviewersTab · ReviewsTab · StatusTab · AwardeeTab (shared/components/...).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The other 3 tab keys fall through</a:t>
            </a:r>
            <a:r>
              <a:t> to a "coming in a later update" card.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  <p:extLst>
      <p:ext uri="{BB962C8B-B14F-4D97-AF65-F5344CB8AC3E}">
        <p14:creationId xmlns:p14="http://schemas.microsoft.com/office/powerpoint/2010/main" val="13335118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172845E-8C9C-4538-BE31-1C88BCC3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887541-7A98-4B6C-9730-9EE6845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88F92A7-5B9D-418B-90B1-0DB1C1C9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E59EB1D-A867-4A96-A9D9-0D8FC3EE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same filter gates tab visibility.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canManage is computed (reviewer-modes) to gate write actions vs. read-only viewers.</a:t>
            </a:r>
          </a:p>
        </p:txBody>
      </p:sp>
    </p:spTree>
    <p:extLst>
      <p:ext uri="{BB962C8B-B14F-4D97-AF65-F5344CB8AC3E}">
        <p14:creationId xmlns:p14="http://schemas.microsoft.com/office/powerpoint/2010/main" val="18782000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1B1068-3906-4D09-82F4-1500421E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35399C-6DD6-4E8F-AF1C-E0A56657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56A957-EF35-43A8-A5C1-53067AC4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  <p:extLst>
      <p:ext uri="{BB962C8B-B14F-4D97-AF65-F5344CB8AC3E}">
        <p14:creationId xmlns:p14="http://schemas.microsoft.com/office/powerpoint/2010/main" val="10386486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17268C-9BBB-45ED-964D-845E27E8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88DDFA-BC69-4A22-B747-8CA0ACC3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32A188-9A6F-4064-9DB5-9B3D3E64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CF6DB0-BC77-47C9-9827-C4E11DF5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  <p:extLst>
      <p:ext uri="{BB962C8B-B14F-4D97-AF65-F5344CB8AC3E}">
        <p14:creationId xmlns:p14="http://schemas.microsoft.com/office/powerpoint/2010/main" val="7001541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B7CAA2-7CB5-4CED-9FE6-5DE01D5D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F2A019-90DD-4872-A5B7-0C204E19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A37A1AA-7FAB-4202-ABBA-599C0E85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  <p:extLst>
      <p:ext uri="{BB962C8B-B14F-4D97-AF65-F5344CB8AC3E}">
        <p14:creationId xmlns:p14="http://schemas.microsoft.com/office/powerpoint/2010/main" val="9324040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3717724-F097-41DC-AF05-8254FF87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FB8DF9-7CCF-4973-AECB-DF1A7930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53512B-8565-4390-8C6D-10971D68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5711984-F67D-4CEA-A38B-5E5108BD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  <p:extLst>
      <p:ext uri="{BB962C8B-B14F-4D97-AF65-F5344CB8AC3E}">
        <p14:creationId xmlns:p14="http://schemas.microsoft.com/office/powerpoint/2010/main" val="3439009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7446B9E-EAA3-4795-9C62-D4BCD581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EACD36-99D1-41F4-BA4C-F2D4F3CC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589200-B1C6-4E12-BE9C-7E4D1515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  <p:extLst>
      <p:ext uri="{BB962C8B-B14F-4D97-AF65-F5344CB8AC3E}">
        <p14:creationId xmlns:p14="http://schemas.microsoft.com/office/powerpoint/2010/main" val="111035667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15F86C3-663D-494A-80D9-A55DCA7C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43610C-7DA4-43F8-9CE9-FE379611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F20A67C-3E4D-4D61-9601-A3E35BDE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BF0D25-8461-4455-88A3-C58A381D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  <p:extLst>
      <p:ext uri="{BB962C8B-B14F-4D97-AF65-F5344CB8AC3E}">
        <p14:creationId xmlns:p14="http://schemas.microsoft.com/office/powerpoint/2010/main" val="1252955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3B21E5-1B2A-4CE4-A8F5-BE8863A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996330-28EF-4DAC-BCAF-99D3AA9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26FCF3-71AE-4A51-926C-58564CE3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  <p:extLst>
      <p:ext uri="{BB962C8B-B14F-4D97-AF65-F5344CB8AC3E}">
        <p14:creationId xmlns:p14="http://schemas.microsoft.com/office/powerpoint/2010/main" val="40801733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8CE9F1-EF43-442F-A39F-20FA1570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86B01A-E2BC-4718-9503-6A824241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B7AB6D-40FD-4A2E-9300-0BB69DF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E718E0-D366-45C2-AA8D-7586D6BD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  <p:extLst>
      <p:ext uri="{BB962C8B-B14F-4D97-AF65-F5344CB8AC3E}">
        <p14:creationId xmlns:p14="http://schemas.microsoft.com/office/powerpoint/2010/main" val="197986888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87BCB37-387B-4C3B-BAE3-F4605FB3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AD7FE5-1773-4499-B4EE-8EA3D6B8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3B1FEC9-39E7-4472-8084-012F573A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  <p:extLst>
      <p:ext uri="{BB962C8B-B14F-4D97-AF65-F5344CB8AC3E}">
        <p14:creationId xmlns:p14="http://schemas.microsoft.com/office/powerpoint/2010/main" val="973228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34378BA-7E5D-4B26-BEFE-8CE1D5E6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7F5C2D-3494-445A-81A3-B9C72948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EC1335E-D7FB-41AF-AC87-74A8F545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BAF82C-611C-4C3A-80A3-31D564B7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ReviewerInvitePanel.js; roster from /api/reviewer-finder/my-candidates?requestId=.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REMOVED;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server allowResend re-mint contract retained (shouldSkipDuplicateInvitation) for programmatic re-mint only.</a:t>
            </a:r>
          </a:p>
        </p:txBody>
      </p:sp>
    </p:spTree>
    <p:extLst>
      <p:ext uri="{BB962C8B-B14F-4D97-AF65-F5344CB8AC3E}">
        <p14:creationId xmlns:p14="http://schemas.microsoft.com/office/powerpoint/2010/main" val="795749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843B33-95E0-43C9-9296-5E4BDAC7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CD5B94-F05A-4E6A-86EE-579F5836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58C227-736B-421C-90D6-6B66377D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  <p:extLst>
      <p:ext uri="{BB962C8B-B14F-4D97-AF65-F5344CB8AC3E}">
        <p14:creationId xmlns:p14="http://schemas.microsoft.com/office/powerpoint/2010/main" val="6074619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F0C3141-BE0C-4C39-B50B-E7F120D8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6C71E8-250F-4D74-AC37-5A14439F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5709A5-1B8B-4A77-BACF-38AFEACF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36B203A-D3FC-4351-A0DF-9EA0D941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Discrete columns (not a JSON blob) so the cron/sweep can $filter server-side.</a:t>
            </a:r>
          </a:p>
        </p:txBody>
      </p:sp>
    </p:spTree>
    <p:extLst>
      <p:ext uri="{BB962C8B-B14F-4D97-AF65-F5344CB8AC3E}">
        <p14:creationId xmlns:p14="http://schemas.microsoft.com/office/powerpoint/2010/main" val="188808477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BF322E-5EEB-4B4A-921D-D2999A3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4F1F52-1273-4334-ABDA-EEEC1BD0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ECFC16C-9570-409F-95C8-47799C63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  <p:extLst>
      <p:ext uri="{BB962C8B-B14F-4D97-AF65-F5344CB8AC3E}">
        <p14:creationId xmlns:p14="http://schemas.microsoft.com/office/powerpoint/2010/main" val="23052661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A17073-089D-49B5-9F9B-0B9247FC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AA2FF7-EC51-4C17-9B69-0F80A08C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7B4F53-F18E-4F66-BA0B-CC54566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AC5CEC-6C8D-45BF-B567-61B155CC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render-emails mints the accept/decline magic link ({{externalLink}}); send-emails delivers via Dynamics.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  <p:extLst>
      <p:ext uri="{BB962C8B-B14F-4D97-AF65-F5344CB8AC3E}">
        <p14:creationId xmlns:p14="http://schemas.microsoft.com/office/powerpoint/2010/main" val="2070523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83C7702-8548-4C5C-AA7D-B564659A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1813DE-F822-4E6B-A7CE-F8935E2D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B04594-AC70-477C-83CD-3153258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  <p:extLst>
      <p:ext uri="{BB962C8B-B14F-4D97-AF65-F5344CB8AC3E}">
        <p14:creationId xmlns:p14="http://schemas.microsoft.com/office/powerpoint/2010/main" val="119574333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E0542F1-457B-4613-BA93-C415DA44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457CAD-33E4-406D-92C9-377A7FFE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9DB0EB-4FCB-40D3-A250-1E4FF1D1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019AEF8-C43E-4304-BE1D-461E4DA2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Accept (respond.js): COI + AI acks (400 if missing), address/phone (422 unless opt-out); honorarium capture-only this cycle.</a:t>
            </a:r>
          </a:p>
        </p:txBody>
      </p:sp>
    </p:spTree>
    <p:extLst>
      <p:ext uri="{BB962C8B-B14F-4D97-AF65-F5344CB8AC3E}">
        <p14:creationId xmlns:p14="http://schemas.microsoft.com/office/powerpoint/2010/main" val="136232136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81547F3-0F03-4E42-8792-C43904DA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2492B1-8724-4C08-9A5B-8D6A632E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0F1FE7-6FF8-43EB-9034-F1EE2C9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  <p:extLst>
      <p:ext uri="{BB962C8B-B14F-4D97-AF65-F5344CB8AC3E}">
        <p14:creationId xmlns:p14="http://schemas.microsoft.com/office/powerpoint/2010/main" val="214264801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9751C58-8725-4065-9DAA-4B4AC0D2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4D5F67-602F-4F26-999D-724AEC08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F05B49-4C7E-4EA6-B112-8B161969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Track Reviewers + token TTL + reminders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0E9CCED-0551-499F-8FF0-0B35AE3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render-emails).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Reminders cron: /api/cron/reviewer-reminders (daily) → lib/services/reviewer-reminder-sweep.js.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  <p:extLst>
      <p:ext uri="{BB962C8B-B14F-4D97-AF65-F5344CB8AC3E}">
        <p14:creationId xmlns:p14="http://schemas.microsoft.com/office/powerpoint/2010/main" val="26153785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D64946-199B-4044-8403-AA49D7D4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7FCEE1-A047-4A1F-AA8D-F5C59A8D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ED9D88B-D3BF-4AFC-85D8-D7E1BE50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  <p:extLst>
      <p:ext uri="{BB962C8B-B14F-4D97-AF65-F5344CB8AC3E}">
        <p14:creationId xmlns:p14="http://schemas.microsoft.com/office/powerpoint/2010/main" val="147859515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75E98D-48B6-4928-A937-8322FF9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59902D-F34A-4803-B0ED-D7AEDB47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BA972E1-D7A2-416E-BD25-0E3AA009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C099646-9481-4786-ABF3-F7969A6D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  <p:extLst>
      <p:ext uri="{BB962C8B-B14F-4D97-AF65-F5344CB8AC3E}">
        <p14:creationId xmlns:p14="http://schemas.microsoft.com/office/powerpoint/2010/main" val="22021701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445437-21F9-4B65-B82E-87B686D8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24355A-3A65-4451-A340-939C9B41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FD3E7A-6B80-4C0F-9888-CB9C3B62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Completion (in Track Reviewers) &amp; Status</a:t>
            </a:r>
          </a:p>
        </p:txBody>
      </p:sp>
    </p:spTree>
    <p:extLst>
      <p:ext uri="{BB962C8B-B14F-4D97-AF65-F5344CB8AC3E}">
        <p14:creationId xmlns:p14="http://schemas.microsoft.com/office/powerpoint/2010/main" val="9522473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1B8622-884E-4E63-B983-2A04039C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1FAFA6-D698-4B59-B244-A4D2C97E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D7E1F8E-B1C1-4672-9303-29C0BCF9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Completed reviews &amp; Status reflection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5A605-CA68-41E9-9641-95345A36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Completed reviews show within Track Reviewers (no separate Completed tab): reviews returned via the review-manager reviewers feed; wmkf_accepted lifecycle.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  <p:extLst>
      <p:ext uri="{BB962C8B-B14F-4D97-AF65-F5344CB8AC3E}">
        <p14:creationId xmlns:p14="http://schemas.microsoft.com/office/powerpoint/2010/main" val="103952778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743F9F-6878-4346-8813-6C59AC91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545D61-54D9-4313-883A-56AFC1A2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AC3ACBE-A212-484A-8ED6-00B94CB6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  <p:extLst>
      <p:ext uri="{BB962C8B-B14F-4D97-AF65-F5344CB8AC3E}">
        <p14:creationId xmlns:p14="http://schemas.microsoft.com/office/powerpoint/2010/main" val="1347667151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A04B2D-2466-4326-8572-FF802A93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F12C0B2-FD28-4C88-B7C9-B5B9CD29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8E2361-9B27-4927-A140-414B462C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3CA0786-C623-4308-9D5E-50ED5C63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  <p:extLst>
      <p:ext uri="{BB962C8B-B14F-4D97-AF65-F5344CB8AC3E}">
        <p14:creationId xmlns:p14="http://schemas.microsoft.com/office/powerpoint/2010/main" val="55455554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35CC6D0-465A-473A-8B50-571A20C7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57E9332-4E2A-465B-A61C-B0453953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3152F19-7F6D-45B8-873C-E26E3136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1D8C2B-0FC5-4787-ABD3-1A43732E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  <p:extLst>
      <p:ext uri="{BB962C8B-B14F-4D97-AF65-F5344CB8AC3E}">
        <p14:creationId xmlns:p14="http://schemas.microsoft.com/office/powerpoint/2010/main" val="601331108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4ED4424-60B8-4275-8679-EAA4C857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777A6B-2F98-47FA-B9E5-9228A1A2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58695B-AFB5-4436-8F7C-D5B83C4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4AF593-4313-4FE4-9F32-9DA2597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Crons in pages/api/cron/: reviewer-reminders (daily), sweep-stale-invites (status bookkeeping at meeting date).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Reminder/quota writes use If-Match claim-before-send for at-most-once semantics.</a:t>
            </a:r>
          </a:p>
        </p:txBody>
      </p:sp>
    </p:spTree>
    <p:extLst>
      <p:ext uri="{BB962C8B-B14F-4D97-AF65-F5344CB8AC3E}">
        <p14:creationId xmlns:p14="http://schemas.microsoft.com/office/powerpoint/2010/main" val="2925681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A6BB14-B2C2-4471-93D5-D5ED8A86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CEBDB5-6E4F-44B9-BE5B-FD0A5478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6FC2A6-E622-4A03-9B63-DB1403F7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1BF1ED-0EB9-4D88-8A43-089E3D05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Spec: docs/REVIEWER_ENGAGEMENT_SPEC.md (status: IMPLEMENTED, all 4 phases LIVE S275).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  <p:extLst>
      <p:ext uri="{BB962C8B-B14F-4D97-AF65-F5344CB8AC3E}">
        <p14:creationId xmlns:p14="http://schemas.microsoft.com/office/powerpoint/2010/main" val="95104283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2026-07-29T17:57:18.1610000Z</dcterms:created>
  <dcterms:modified xsi:type="dcterms:W3CDTF">2026-07-29T17:57:18.1620000Z</dcterms:modified>
</coreProperties>
</file>