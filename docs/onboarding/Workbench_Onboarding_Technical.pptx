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87ce0f4ea34020" /><Relationship Type="http://schemas.openxmlformats.org/officeDocument/2006/relationships/extended-properties" Target="/docProps/app.xml" Id="Re22dd38d24c740f0" /><Relationship Type="http://schemas.openxmlformats.org/officeDocument/2006/relationships/officeDocument" Target="/ppt/presentation.xml" Id="Rc604d318463444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8fe97c37a74530"/>
  </p:sldMasterIdLst>
  <p:notesMasterIdLst>
    <p:notesMasterId xmlns:r="http://schemas.openxmlformats.org/officeDocument/2006/relationships" r:id="R40d3686a4d464c0d"/>
  </p:notesMasterIdLst>
  <p:sldIdLst>
    <p:sldId xmlns:r="http://schemas.openxmlformats.org/officeDocument/2006/relationships" id="256" r:id="Rbb59ff104b4d48f1"/>
    <p:sldId xmlns:r="http://schemas.openxmlformats.org/officeDocument/2006/relationships" id="257" r:id="R64cdcb96cffe44a7"/>
    <p:sldId xmlns:r="http://schemas.openxmlformats.org/officeDocument/2006/relationships" id="258" r:id="Ra2653ead603049b5"/>
    <p:sldId xmlns:r="http://schemas.openxmlformats.org/officeDocument/2006/relationships" id="259" r:id="R5118609727724151"/>
    <p:sldId xmlns:r="http://schemas.openxmlformats.org/officeDocument/2006/relationships" id="260" r:id="Rf0dfada516d34bf0"/>
    <p:sldId xmlns:r="http://schemas.openxmlformats.org/officeDocument/2006/relationships" id="261" r:id="Rf890ff401b774fe9"/>
    <p:sldId xmlns:r="http://schemas.openxmlformats.org/officeDocument/2006/relationships" id="262" r:id="R785022af31304838"/>
    <p:sldId xmlns:r="http://schemas.openxmlformats.org/officeDocument/2006/relationships" id="263" r:id="Rf563e1fff7f04a9c"/>
    <p:sldId xmlns:r="http://schemas.openxmlformats.org/officeDocument/2006/relationships" id="264" r:id="R3c5e75a8621140bc"/>
    <p:sldId xmlns:r="http://schemas.openxmlformats.org/officeDocument/2006/relationships" id="265" r:id="Rabda1f4781694474"/>
    <p:sldId xmlns:r="http://schemas.openxmlformats.org/officeDocument/2006/relationships" id="266" r:id="R304236c76c4c4bbf"/>
    <p:sldId xmlns:r="http://schemas.openxmlformats.org/officeDocument/2006/relationships" id="267" r:id="Rbea4c1e0b8004698"/>
    <p:sldId xmlns:r="http://schemas.openxmlformats.org/officeDocument/2006/relationships" id="268" r:id="R346f15b264f44edd"/>
    <p:sldId xmlns:r="http://schemas.openxmlformats.org/officeDocument/2006/relationships" id="269" r:id="Rf2e1b670abb44929"/>
    <p:sldId xmlns:r="http://schemas.openxmlformats.org/officeDocument/2006/relationships" id="270" r:id="Rdaa73123908049b4"/>
    <p:sldId xmlns:r="http://schemas.openxmlformats.org/officeDocument/2006/relationships" id="271" r:id="R101327201403452f"/>
    <p:sldId xmlns:r="http://schemas.openxmlformats.org/officeDocument/2006/relationships" id="272" r:id="R0fa06658826545b6"/>
    <p:sldId xmlns:r="http://schemas.openxmlformats.org/officeDocument/2006/relationships" id="273" r:id="Ra1c771899aee40b0"/>
    <p:sldId xmlns:r="http://schemas.openxmlformats.org/officeDocument/2006/relationships" id="274" r:id="R3b562ebb75ed4e40"/>
    <p:sldId xmlns:r="http://schemas.openxmlformats.org/officeDocument/2006/relationships" id="275" r:id="R5a69c58e84184f72"/>
    <p:sldId xmlns:r="http://schemas.openxmlformats.org/officeDocument/2006/relationships" id="276" r:id="R2d289226ce4f42e7"/>
    <p:sldId xmlns:r="http://schemas.openxmlformats.org/officeDocument/2006/relationships" id="277" r:id="Rf2178e17fb874276"/>
    <p:sldId xmlns:r="http://schemas.openxmlformats.org/officeDocument/2006/relationships" id="278" r:id="Rf97dc1add4484683"/>
    <p:sldId xmlns:r="http://schemas.openxmlformats.org/officeDocument/2006/relationships" id="279" r:id="R3cda9a654b9a4512"/>
    <p:sldId xmlns:r="http://schemas.openxmlformats.org/officeDocument/2006/relationships" id="280" r:id="R54b2e3223d3a449a"/>
    <p:sldId xmlns:r="http://schemas.openxmlformats.org/officeDocument/2006/relationships" id="281" r:id="R07df513644d443a1"/>
    <p:sldId xmlns:r="http://schemas.openxmlformats.org/officeDocument/2006/relationships" id="282" r:id="Rfbf648c230ee40ec"/>
    <p:sldId xmlns:r="http://schemas.openxmlformats.org/officeDocument/2006/relationships" id="283" r:id="R604eb2cb09384a69"/>
    <p:sldId xmlns:r="http://schemas.openxmlformats.org/officeDocument/2006/relationships" id="284" r:id="R20fec5350a7d4329"/>
    <p:sldId xmlns:r="http://schemas.openxmlformats.org/officeDocument/2006/relationships" id="285" r:id="R5d8e9a94248444b4"/>
    <p:sldId xmlns:r="http://schemas.openxmlformats.org/officeDocument/2006/relationships" id="286" r:id="Rfd232d0c5d574d60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5bae9e9f2c454f" /><Relationship Type="http://schemas.openxmlformats.org/officeDocument/2006/relationships/slideMaster" Target="/ppt/slideMasters/slideMaster1.xml" Id="Rfb8fe97c37a74530" /><Relationship Type="http://schemas.openxmlformats.org/officeDocument/2006/relationships/notesMaster" Target="/ppt/notesMasters/notesMaster1.xml" Id="R40d3686a4d464c0d" /><Relationship Type="http://schemas.openxmlformats.org/officeDocument/2006/relationships/presProps" Target="/ppt/presProps.xml" Id="R38de29ddf565478a" /><Relationship Type="http://schemas.openxmlformats.org/officeDocument/2006/relationships/viewProps" Target="/ppt/viewProps.xml" Id="R191c5e09255c41a6" /><Relationship Type="http://schemas.openxmlformats.org/officeDocument/2006/relationships/tableStyles" Target="/ppt/tableStyles.xml" Id="Rc30dc922298c4958" /><Relationship Type="http://schemas.openxmlformats.org/officeDocument/2006/relationships/slide" Target="/ppt/slides/slide1.xml" Id="Rbb59ff104b4d48f1" /><Relationship Type="http://schemas.openxmlformats.org/officeDocument/2006/relationships/slide" Target="/ppt/slides/slide2.xml" Id="R64cdcb96cffe44a7" /><Relationship Type="http://schemas.openxmlformats.org/officeDocument/2006/relationships/slide" Target="/ppt/slides/slide3.xml" Id="Ra2653ead603049b5" /><Relationship Type="http://schemas.openxmlformats.org/officeDocument/2006/relationships/slide" Target="/ppt/slides/slide4.xml" Id="R5118609727724151" /><Relationship Type="http://schemas.openxmlformats.org/officeDocument/2006/relationships/slide" Target="/ppt/slides/slide5.xml" Id="Rf0dfada516d34bf0" /><Relationship Type="http://schemas.openxmlformats.org/officeDocument/2006/relationships/slide" Target="/ppt/slides/slide6.xml" Id="Rf890ff401b774fe9" /><Relationship Type="http://schemas.openxmlformats.org/officeDocument/2006/relationships/slide" Target="/ppt/slides/slide7.xml" Id="R785022af31304838" /><Relationship Type="http://schemas.openxmlformats.org/officeDocument/2006/relationships/slide" Target="/ppt/slides/slide8.xml" Id="Rf563e1fff7f04a9c" /><Relationship Type="http://schemas.openxmlformats.org/officeDocument/2006/relationships/slide" Target="/ppt/slides/slide9.xml" Id="R3c5e75a8621140bc" /><Relationship Type="http://schemas.openxmlformats.org/officeDocument/2006/relationships/slide" Target="/ppt/slides/slide10.xml" Id="Rabda1f4781694474" /><Relationship Type="http://schemas.openxmlformats.org/officeDocument/2006/relationships/slide" Target="/ppt/slides/slide11.xml" Id="R304236c76c4c4bbf" /><Relationship Type="http://schemas.openxmlformats.org/officeDocument/2006/relationships/slide" Target="/ppt/slides/slide12.xml" Id="Rbea4c1e0b8004698" /><Relationship Type="http://schemas.openxmlformats.org/officeDocument/2006/relationships/slide" Target="/ppt/slides/slide13.xml" Id="R346f15b264f44edd" /><Relationship Type="http://schemas.openxmlformats.org/officeDocument/2006/relationships/slide" Target="/ppt/slides/slide14.xml" Id="Rf2e1b670abb44929" /><Relationship Type="http://schemas.openxmlformats.org/officeDocument/2006/relationships/slide" Target="/ppt/slides/slide15.xml" Id="Rdaa73123908049b4" /><Relationship Type="http://schemas.openxmlformats.org/officeDocument/2006/relationships/slide" Target="/ppt/slides/slide16.xml" Id="R101327201403452f" /><Relationship Type="http://schemas.openxmlformats.org/officeDocument/2006/relationships/slide" Target="/ppt/slides/slide17.xml" Id="R0fa06658826545b6" /><Relationship Type="http://schemas.openxmlformats.org/officeDocument/2006/relationships/slide" Target="/ppt/slides/slide18.xml" Id="Ra1c771899aee40b0" /><Relationship Type="http://schemas.openxmlformats.org/officeDocument/2006/relationships/slide" Target="/ppt/slides/slide19.xml" Id="R3b562ebb75ed4e40" /><Relationship Type="http://schemas.openxmlformats.org/officeDocument/2006/relationships/slide" Target="/ppt/slides/slide20.xml" Id="R5a69c58e84184f72" /><Relationship Type="http://schemas.openxmlformats.org/officeDocument/2006/relationships/slide" Target="/ppt/slides/slide21.xml" Id="R2d289226ce4f42e7" /><Relationship Type="http://schemas.openxmlformats.org/officeDocument/2006/relationships/slide" Target="/ppt/slides/slide22.xml" Id="Rf2178e17fb874276" /><Relationship Type="http://schemas.openxmlformats.org/officeDocument/2006/relationships/slide" Target="/ppt/slides/slide23.xml" Id="Rf97dc1add4484683" /><Relationship Type="http://schemas.openxmlformats.org/officeDocument/2006/relationships/slide" Target="/ppt/slides/slide24.xml" Id="R3cda9a654b9a4512" /><Relationship Type="http://schemas.openxmlformats.org/officeDocument/2006/relationships/slide" Target="/ppt/slides/slide25.xml" Id="R54b2e3223d3a449a" /><Relationship Type="http://schemas.openxmlformats.org/officeDocument/2006/relationships/slide" Target="/ppt/slides/slide26.xml" Id="R07df513644d443a1" /><Relationship Type="http://schemas.openxmlformats.org/officeDocument/2006/relationships/slide" Target="/ppt/slides/slide27.xml" Id="Rfbf648c230ee40ec" /><Relationship Type="http://schemas.openxmlformats.org/officeDocument/2006/relationships/slide" Target="/ppt/slides/slide28.xml" Id="R604eb2cb09384a69" /><Relationship Type="http://schemas.openxmlformats.org/officeDocument/2006/relationships/slide" Target="/ppt/slides/slide29.xml" Id="R20fec5350a7d4329" /><Relationship Type="http://schemas.openxmlformats.org/officeDocument/2006/relationships/slide" Target="/ppt/slides/slide30.xml" Id="R5d8e9a94248444b4" /><Relationship Type="http://schemas.openxmlformats.org/officeDocument/2006/relationships/slide" Target="/ppt/slides/slide31.xml" Id="Rfd232d0c5d574d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3aeadb5bce40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5ec4eaf20346c3" /><Relationship Type="http://schemas.openxmlformats.org/officeDocument/2006/relationships/notesMaster" Target="/ppt/notesMasters/notesMaster1.xml" Id="R6b46c483bc164f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5ac81a0d4e42b8" /><Relationship Type="http://schemas.openxmlformats.org/officeDocument/2006/relationships/notesMaster" Target="/ppt/notesMasters/notesMaster1.xml" Id="R3135352898a843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d92b47f18247f5" /><Relationship Type="http://schemas.openxmlformats.org/officeDocument/2006/relationships/notesMaster" Target="/ppt/notesMasters/notesMaster1.xml" Id="Rd35bc7eab12e4e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e1886413a84c23" /><Relationship Type="http://schemas.openxmlformats.org/officeDocument/2006/relationships/notesMaster" Target="/ppt/notesMasters/notesMaster1.xml" Id="Rceed4c80783f43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cd2d89fef04e57" /><Relationship Type="http://schemas.openxmlformats.org/officeDocument/2006/relationships/notesMaster" Target="/ppt/notesMasters/notesMaster1.xml" Id="R163bfc31caf749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0543aa66244cf8" /><Relationship Type="http://schemas.openxmlformats.org/officeDocument/2006/relationships/notesMaster" Target="/ppt/notesMasters/notesMaster1.xml" Id="R9298bcb9f74a45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a26823eb444e1c" /><Relationship Type="http://schemas.openxmlformats.org/officeDocument/2006/relationships/notesMaster" Target="/ppt/notesMasters/notesMaster1.xml" Id="Rabd6c4179d1647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3696a2fc704ec2" /><Relationship Type="http://schemas.openxmlformats.org/officeDocument/2006/relationships/notesMaster" Target="/ppt/notesMasters/notesMaster1.xml" Id="R6962f3f4909542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6875bb8ed44338" /><Relationship Type="http://schemas.openxmlformats.org/officeDocument/2006/relationships/notesMaster" Target="/ppt/notesMasters/notesMaster1.xml" Id="Rcb46e30e34f9434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07dc773310490a" /><Relationship Type="http://schemas.openxmlformats.org/officeDocument/2006/relationships/notesMaster" Target="/ppt/notesMasters/notesMaster1.xml" Id="Re983315cc20142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2dc14f7a6a4b01" /><Relationship Type="http://schemas.openxmlformats.org/officeDocument/2006/relationships/notesMaster" Target="/ppt/notesMasters/notesMaster1.xml" Id="Re15175d21fcc4c6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40dd4a7c05493e" /><Relationship Type="http://schemas.openxmlformats.org/officeDocument/2006/relationships/notesMaster" Target="/ppt/notesMasters/notesMaster1.xml" Id="R07747891a92845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790b36cd6c442f1" /><Relationship Type="http://schemas.openxmlformats.org/officeDocument/2006/relationships/notesMaster" Target="/ppt/notesMasters/notesMaster1.xml" Id="R2abd824127b144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8d2b39c6bd4119" /><Relationship Type="http://schemas.openxmlformats.org/officeDocument/2006/relationships/notesMaster" Target="/ppt/notesMasters/notesMaster1.xml" Id="R0a776bcc34a041c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b57f3c22a3e4d59" /><Relationship Type="http://schemas.openxmlformats.org/officeDocument/2006/relationships/notesMaster" Target="/ppt/notesMasters/notesMaster1.xml" Id="Ra2f4b5c9ec5648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2598c2528a428b" /><Relationship Type="http://schemas.openxmlformats.org/officeDocument/2006/relationships/notesMaster" Target="/ppt/notesMasters/notesMaster1.xml" Id="Re275dd5a102d4df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3bacb27d7914dde" /><Relationship Type="http://schemas.openxmlformats.org/officeDocument/2006/relationships/notesMaster" Target="/ppt/notesMasters/notesMaster1.xml" Id="R477c69ea98bc4c4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e26a98bc614c29" /><Relationship Type="http://schemas.openxmlformats.org/officeDocument/2006/relationships/notesMaster" Target="/ppt/notesMasters/notesMaster1.xml" Id="R292863683a4b4b2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4ac21c9dbc340f2" /><Relationship Type="http://schemas.openxmlformats.org/officeDocument/2006/relationships/notesMaster" Target="/ppt/notesMasters/notesMaster1.xml" Id="R851dae2fc73c4d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60e5b5dc1d04f5e" /><Relationship Type="http://schemas.openxmlformats.org/officeDocument/2006/relationships/notesMaster" Target="/ppt/notesMasters/notesMaster1.xml" Id="Rafb6db7fce8142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89c1f1f2ad74663" /><Relationship Type="http://schemas.openxmlformats.org/officeDocument/2006/relationships/notesMaster" Target="/ppt/notesMasters/notesMaster1.xml" Id="R91cffe9c7b0b40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bf19f01bede4c4c" /><Relationship Type="http://schemas.openxmlformats.org/officeDocument/2006/relationships/notesMaster" Target="/ppt/notesMasters/notesMaster1.xml" Id="R6473a308c67a4f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693cbc89d724b6f" /><Relationship Type="http://schemas.openxmlformats.org/officeDocument/2006/relationships/notesMaster" Target="/ppt/notesMasters/notesMaster1.xml" Id="R2ee21d1e64ef489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33141471ec8408b" /><Relationship Type="http://schemas.openxmlformats.org/officeDocument/2006/relationships/notesMaster" Target="/ppt/notesMasters/notesMaster1.xml" Id="R03a93987aa384db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33e21b4013446ee" /><Relationship Type="http://schemas.openxmlformats.org/officeDocument/2006/relationships/notesMaster" Target="/ppt/notesMasters/notesMaster1.xml" Id="Rf154e99cc451481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6a34068407f4637" /><Relationship Type="http://schemas.openxmlformats.org/officeDocument/2006/relationships/notesMaster" Target="/ppt/notesMasters/notesMaster1.xml" Id="R68ea71b99715471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3034b2f59a448bd" /><Relationship Type="http://schemas.openxmlformats.org/officeDocument/2006/relationships/notesMaster" Target="/ppt/notesMasters/notesMaster1.xml" Id="R7091283345c3477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29cc2a33feb45cc" /><Relationship Type="http://schemas.openxmlformats.org/officeDocument/2006/relationships/notesMaster" Target="/ppt/notesMasters/notesMaster1.xml" Id="R3adec22e2535485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bb397b57cbd4f54" /><Relationship Type="http://schemas.openxmlformats.org/officeDocument/2006/relationships/notesMaster" Target="/ppt/notesMasters/notesMaster1.xml" Id="R260fa9ec43b44e5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eec04e21e534e7f" /><Relationship Type="http://schemas.openxmlformats.org/officeDocument/2006/relationships/notesMaster" Target="/ppt/notesMasters/notesMaster1.xml" Id="R570045da4584406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33afcf5d2c24804" /><Relationship Type="http://schemas.openxmlformats.org/officeDocument/2006/relationships/notesMaster" Target="/ppt/notesMasters/notesMaster1.xml" Id="R6bfa86ba836242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adb2218a441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13b6a1ce294e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e2913735a4e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a38bb625824c3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5bc805130b4ab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be741c7f24469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41fe2379d2433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150e0988242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953a7a93514ac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4dfa140af6432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80a990d77a41e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7881D5-8FB9-4BE6-BEEB-3CBCF5249D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4B8D761-899E-42B6-8E73-6A8CF38797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3962B9F-5306-4293-BBC2-26FC72F8B38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A483FC-141B-45FD-A649-537731BECF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9297C4-DC15-4250-93C1-554E91A541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9CB7E06-EA51-461F-BBF7-2B690CCBA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00A240-1664-4C5F-819F-AB07081C907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A6BB51-5B33-475C-ADA7-127EC1EF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44E9E8-7EA1-4BF2-9545-F1A0305A5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5FEE0C7-26CF-46EA-B847-51E5596996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7F248D-4BA7-4F05-B218-D4B66E9808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E1B62CF-06ED-43CA-B756-A8E683E941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9C6A55-9266-4193-BB48-70BD6CFD9E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56930D9-BBAF-460A-A612-1BC90320038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1015084-CD6A-4597-8413-5391D9710A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E89A30-9881-4492-B759-B38DF7A42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419896B-10C0-4E0D-9C96-D972E4B617B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97C4465-CCF6-429A-85BA-81F4553C83F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DC117EE-4F31-442E-91BC-34EE41992C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EC66E5A-FDDD-4295-AD12-9D7C04BCDD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30354FA-47C4-44CD-B6AD-A7585FE597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F49F47-D3F7-4A25-A668-8D561AF266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4607D5-4E16-44E7-B19A-4791F78D8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B3B9551-75ED-406A-99FC-8CAD6BFBAF3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C9A8663-1521-42C2-8B56-EAE5ACCB4A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C00AF4F7-1B88-49F2-A0DD-D7954694F35A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2982D12-6024-4E39-B461-3964D2F8EA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4104455-8F8C-45DD-B7AE-E5D62C2BA0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49364A9-C51F-48B9-A748-2527511E13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4BBBEB-1C62-4A07-91F8-A42550B005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D94A5C7-E232-4314-9678-B673395300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85AF4BA-B297-420D-A8A9-09FAA819756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D2B6B24-3E99-4B49-B34B-8555778D56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674FBE-0824-45D2-B538-3820716CFC5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A1AFA8B-DFFF-406E-9AE3-DFAC747F6AB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A04F892-BF78-474E-8807-398F534F1C4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85EE02-B326-4924-8857-6EB9E9CB62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D82B64-8271-4278-8081-6591EC997D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D076058-6186-41E2-8A10-BE1942B9F0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8DDC5D-B3D7-4DAA-A4DD-8575A687C6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2FAA9B-022A-488F-B8FB-177C3CAADC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8ED7B9-856F-4D97-893B-DC2E5C1160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CB9FD9-6D4D-4216-93D9-24AA3FB397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3B825D3-EF63-49E6-9105-6E407111A37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9883D8A-22B8-4925-9C01-8ADCFB30F7A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D388F2-8934-4EC2-9CA2-187812FE1D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67F2972-E24B-495F-960F-8142AA91E9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CA9D53C-DAE4-4857-87EE-F0ED4BC59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1CDB70-0A7F-4F28-B620-7505B02811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D76AC1-77E3-4494-BE82-C34C18916E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3374BB-7067-4882-92AD-8761B63571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46EA55-1445-436F-962B-4A05803E5A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E1FD297-87A7-4961-92A7-28A03228D8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1D4427D-EB33-47C0-B08B-8DA2760924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65351D-5AD9-439C-90A6-D30AE5E820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B59B913-9AAD-40C8-9EFB-0E997822315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7248308-B930-421E-9548-C2F156A8FC6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BF08FC-DE9B-40A5-A187-A91EF1DF36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5f25bd82eb45aa" /><Relationship Type="http://schemas.openxmlformats.org/officeDocument/2006/relationships/slideLayout" Target="/ppt/slideLayouts/slideLayout1.xml" Id="R6ab88a5bc49b40d3" /><Relationship Type="http://schemas.openxmlformats.org/officeDocument/2006/relationships/slideLayout" Target="/ppt/slideLayouts/slideLayout2.xml" Id="Rc3d78e7aa0f74768" /><Relationship Type="http://schemas.openxmlformats.org/officeDocument/2006/relationships/slideLayout" Target="/ppt/slideLayouts/slideLayout3.xml" Id="Rbc62082a6b94497b" /><Relationship Type="http://schemas.openxmlformats.org/officeDocument/2006/relationships/slideLayout" Target="/ppt/slideLayouts/slideLayout4.xml" Id="R417774b0d19e436b" /><Relationship Type="http://schemas.openxmlformats.org/officeDocument/2006/relationships/slideLayout" Target="/ppt/slideLayouts/slideLayout5.xml" Id="R11502f5d0042479e" /><Relationship Type="http://schemas.openxmlformats.org/officeDocument/2006/relationships/slideLayout" Target="/ppt/slideLayouts/slideLayout6.xml" Id="R9177fa6c3df44cd5" /><Relationship Type="http://schemas.openxmlformats.org/officeDocument/2006/relationships/slideLayout" Target="/ppt/slideLayouts/slideLayout7.xml" Id="Raff32a7e8ff44fe3" /><Relationship Type="http://schemas.openxmlformats.org/officeDocument/2006/relationships/slideLayout" Target="/ppt/slideLayouts/slideLayout8.xml" Id="R8e6e20426fd64a87" /><Relationship Type="http://schemas.openxmlformats.org/officeDocument/2006/relationships/slideLayout" Target="/ppt/slideLayouts/slideLayout9.xml" Id="Rc9a1afa37840474b" /><Relationship Type="http://schemas.openxmlformats.org/officeDocument/2006/relationships/slideLayout" Target="/ppt/slideLayouts/slideLayout10.xml" Id="R11f30985dfae494e" /><Relationship Type="http://schemas.openxmlformats.org/officeDocument/2006/relationships/slideLayout" Target="/ppt/slideLayouts/slideLayout11.xml" Id="Re4dae8afd1c2436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56087D1-4B8D-4AB1-AE0C-4CF405969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1DC9A2-E75A-4905-887F-474FD1D27D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C6A99BC-DE49-42A5-B8E5-C89C794389C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43B197-94CD-46A7-BAE2-A24BAF13D04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25051D-467F-4438-BCE6-9AD345D631D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b88a5bc49b40d3"/>
    <p:sldLayoutId xmlns:r="http://schemas.openxmlformats.org/officeDocument/2006/relationships" id="2147483650" r:id="Rc3d78e7aa0f74768"/>
    <p:sldLayoutId xmlns:r="http://schemas.openxmlformats.org/officeDocument/2006/relationships" id="2147483651" r:id="Rbc62082a6b94497b"/>
    <p:sldLayoutId xmlns:r="http://schemas.openxmlformats.org/officeDocument/2006/relationships" id="2147483652" r:id="R417774b0d19e436b"/>
    <p:sldLayoutId xmlns:r="http://schemas.openxmlformats.org/officeDocument/2006/relationships" id="2147483653" r:id="R11502f5d0042479e"/>
    <p:sldLayoutId xmlns:r="http://schemas.openxmlformats.org/officeDocument/2006/relationships" id="2147483654" r:id="R9177fa6c3df44cd5"/>
    <p:sldLayoutId xmlns:r="http://schemas.openxmlformats.org/officeDocument/2006/relationships" id="2147483655" r:id="Raff32a7e8ff44fe3"/>
    <p:sldLayoutId xmlns:r="http://schemas.openxmlformats.org/officeDocument/2006/relationships" id="2147483656" r:id="R8e6e20426fd64a87"/>
    <p:sldLayoutId xmlns:r="http://schemas.openxmlformats.org/officeDocument/2006/relationships" id="2147483657" r:id="Rc9a1afa37840474b"/>
    <p:sldLayoutId xmlns:r="http://schemas.openxmlformats.org/officeDocument/2006/relationships" id="2147483658" r:id="R11f30985dfae494e"/>
    <p:sldLayoutId xmlns:r="http://schemas.openxmlformats.org/officeDocument/2006/relationships" id="2147483659" r:id="Re4dae8afd1c2436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a6ced144b24aa4" /><Relationship Type="http://schemas.openxmlformats.org/officeDocument/2006/relationships/notesSlide" Target="/ppt/notesSlides/notesSlide1.xml" Id="R7a21bb04afd743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a25140c0be4e86" /><Relationship Type="http://schemas.openxmlformats.org/officeDocument/2006/relationships/notesSlide" Target="/ppt/notesSlides/notesSlide2.xml" Id="R37ecd1c99a3343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a00f71738244a3" /><Relationship Type="http://schemas.openxmlformats.org/officeDocument/2006/relationships/notesSlide" Target="/ppt/notesSlides/notesSlide3.xml" Id="Rcf15d32776544d2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46f04ad11494b5e" /><Relationship Type="http://schemas.openxmlformats.org/officeDocument/2006/relationships/notesSlide" Target="/ppt/notesSlides/notesSlide4.xml" Id="R542aececd6a944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76eb73282c42cc" /><Relationship Type="http://schemas.openxmlformats.org/officeDocument/2006/relationships/notesSlide" Target="/ppt/notesSlides/notesSlide5.xml" Id="R99bc534f6c3940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d3c7a00b6943e7" /><Relationship Type="http://schemas.openxmlformats.org/officeDocument/2006/relationships/notesSlide" Target="/ppt/notesSlides/notesSlide6.xml" Id="R1c66c18b9aea47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8f9c70f1d3c4256" /><Relationship Type="http://schemas.openxmlformats.org/officeDocument/2006/relationships/notesSlide" Target="/ppt/notesSlides/notesSlide7.xml" Id="Rec121da0934c40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f2784c7fb94a5c" /><Relationship Type="http://schemas.openxmlformats.org/officeDocument/2006/relationships/notesSlide" Target="/ppt/notesSlides/notesSlide8.xml" Id="R83a9d65f3f224b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7340e3cde24014" /><Relationship Type="http://schemas.openxmlformats.org/officeDocument/2006/relationships/notesSlide" Target="/ppt/notesSlides/notesSlide9.xml" Id="R7a8b7cbc37e54fb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6e723d1f6d42f5" /><Relationship Type="http://schemas.openxmlformats.org/officeDocument/2006/relationships/notesSlide" Target="/ppt/notesSlides/notesSlide10.xml" Id="R92035a7bdd684f7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549f7e54cc4fd1" /><Relationship Type="http://schemas.openxmlformats.org/officeDocument/2006/relationships/notesSlide" Target="/ppt/notesSlides/notesSlide11.xml" Id="Rf60db8dc92cd49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6994f46c3c425f" /><Relationship Type="http://schemas.openxmlformats.org/officeDocument/2006/relationships/notesSlide" Target="/ppt/notesSlides/notesSlide12.xml" Id="R830a0fe9c13f4d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9dced79d114c1e" /><Relationship Type="http://schemas.openxmlformats.org/officeDocument/2006/relationships/notesSlide" Target="/ppt/notesSlides/notesSlide13.xml" Id="R34ac3f7fe4cf47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9786e2c6f84db8" /><Relationship Type="http://schemas.openxmlformats.org/officeDocument/2006/relationships/notesSlide" Target="/ppt/notesSlides/notesSlide14.xml" Id="R1a2c1adc1893462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1f562b7bc2491c" /><Relationship Type="http://schemas.openxmlformats.org/officeDocument/2006/relationships/notesSlide" Target="/ppt/notesSlides/notesSlide15.xml" Id="R0a350b58cb094b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fa75b40df4641ee" /><Relationship Type="http://schemas.openxmlformats.org/officeDocument/2006/relationships/notesSlide" Target="/ppt/notesSlides/notesSlide16.xml" Id="R36d7fed9066a49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9493891cf840ed" /><Relationship Type="http://schemas.openxmlformats.org/officeDocument/2006/relationships/notesSlide" Target="/ppt/notesSlides/notesSlide17.xml" Id="Rba3cbeeb70664a8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0e4de9d33a4cb5" /><Relationship Type="http://schemas.openxmlformats.org/officeDocument/2006/relationships/notesSlide" Target="/ppt/notesSlides/notesSlide18.xml" Id="R19e7e87c84ee4cc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13ebf1ff89440c6" /><Relationship Type="http://schemas.openxmlformats.org/officeDocument/2006/relationships/notesSlide" Target="/ppt/notesSlides/notesSlide19.xml" Id="Rb0e05089a4ec42e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362db04247c4db3" /><Relationship Type="http://schemas.openxmlformats.org/officeDocument/2006/relationships/notesSlide" Target="/ppt/notesSlides/notesSlide20.xml" Id="R2d3e08a18d40489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c4078c35b3041eb" /><Relationship Type="http://schemas.openxmlformats.org/officeDocument/2006/relationships/notesSlide" Target="/ppt/notesSlides/notesSlide21.xml" Id="R387533cdf4b747a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f7ab54bb8484301" /><Relationship Type="http://schemas.openxmlformats.org/officeDocument/2006/relationships/notesSlide" Target="/ppt/notesSlides/notesSlide22.xml" Id="Rbbcef4fc02d2489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9dd2f6bbaa434c" /><Relationship Type="http://schemas.openxmlformats.org/officeDocument/2006/relationships/notesSlide" Target="/ppt/notesSlides/notesSlide23.xml" Id="Rb9c1c79a6fab4a6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098856b1fc423a" /><Relationship Type="http://schemas.openxmlformats.org/officeDocument/2006/relationships/notesSlide" Target="/ppt/notesSlides/notesSlide24.xml" Id="R8d4103408c7d468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f2e369dfa1427a" /><Relationship Type="http://schemas.openxmlformats.org/officeDocument/2006/relationships/notesSlide" Target="/ppt/notesSlides/notesSlide25.xml" Id="R421c25c74399460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972dfa642144ec" /><Relationship Type="http://schemas.openxmlformats.org/officeDocument/2006/relationships/notesSlide" Target="/ppt/notesSlides/notesSlide26.xml" Id="R9d259bd2c78b440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354328a9b04686" /><Relationship Type="http://schemas.openxmlformats.org/officeDocument/2006/relationships/notesSlide" Target="/ppt/notesSlides/notesSlide27.xml" Id="Rf90e0525109042e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4a86bd39924fce" /><Relationship Type="http://schemas.openxmlformats.org/officeDocument/2006/relationships/notesSlide" Target="/ppt/notesSlides/notesSlide28.xml" Id="Rbe36918a06024b4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c0c310d0014075" /><Relationship Type="http://schemas.openxmlformats.org/officeDocument/2006/relationships/notesSlide" Target="/ppt/notesSlides/notesSlide29.xml" Id="R07bcfd04a0ad4d9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4cf72f10a84c2c" /><Relationship Type="http://schemas.openxmlformats.org/officeDocument/2006/relationships/notesSlide" Target="/ppt/notesSlides/notesSlide30.xml" Id="R6d637a0e1b3a4d4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3991715bbc40a6" /><Relationship Type="http://schemas.openxmlformats.org/officeDocument/2006/relationships/notesSlide" Target="/ppt/notesSlides/notesSlide31.xml" Id="R402fee28d2d343c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8831B22-C922-4DE8-84E1-E4720708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17C4419-F2C9-44E3-88AC-15058D69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1051560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 xmlns:a="http://schemas.openxmlformats.org/drawingml/2006/main">
            <a:pPr>
              <a:buNone/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 xmlns:a="http://schemas.openxmlformats.org/drawingml/2006/main">
            <a:pPr>
              <a:buNone/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  <p:extLst>
      <p:ext uri="{BB962C8B-B14F-4D97-AF65-F5344CB8AC3E}">
        <p14:creationId xmlns:p14="http://schemas.microsoft.com/office/powerpoint/2010/main" val="15492438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F12638-FE00-4858-B856-207FD8C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AD1387-C4EF-46E7-9332-D632041A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8B780E7-B47A-4549-AD01-9D12E025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88752B9-C1E2-4160-9EE9-9E2D76F1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  <p:extLst>
      <p:ext uri="{BB962C8B-B14F-4D97-AF65-F5344CB8AC3E}">
        <p14:creationId xmlns:p14="http://schemas.microsoft.com/office/powerpoint/2010/main" val="135346537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BB3BC74-086A-43DC-B441-02E908B3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E0CAB98-3727-4B74-9CA6-A5963CE0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6A5F3E7-050D-4488-8FD4-52328C94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91B27F-D2A0-4380-AA7B-5AE5BC15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Implemented tab components: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OverviewTab · ProposalTab · InitialAssessmentTab · ReviewersTab · ReviewsTab · StatusTab · AwardeeTab (shared/components/...).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The other 3 tab keys fall through</a:t>
            </a:r>
            <a:r>
              <a:t> to a "coming in a later update" card.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  <p:extLst>
      <p:ext uri="{BB962C8B-B14F-4D97-AF65-F5344CB8AC3E}">
        <p14:creationId xmlns:p14="http://schemas.microsoft.com/office/powerpoint/2010/main" val="133351181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172845E-8C9C-4538-BE31-1C88BCC3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887541-7A98-4B6C-9730-9EE6845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88F92A7-5B9D-418B-90B1-0DB1C1C9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E59EB1D-A867-4A96-A9D9-0D8FC3EE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  <p:extLst>
      <p:ext uri="{BB962C8B-B14F-4D97-AF65-F5344CB8AC3E}">
        <p14:creationId xmlns:p14="http://schemas.microsoft.com/office/powerpoint/2010/main" val="18782000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31B1068-3906-4D09-82F4-1500421E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35399C-6DD6-4E8F-AF1C-E0A56657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56A957-EF35-43A8-A5C1-53067AC4F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  <p:extLst>
      <p:ext uri="{BB962C8B-B14F-4D97-AF65-F5344CB8AC3E}">
        <p14:creationId xmlns:p14="http://schemas.microsoft.com/office/powerpoint/2010/main" val="103864863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617268C-9BBB-45ED-964D-845E27E8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88DDFA-BC69-4A22-B747-8CA0ACC3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132A188-9A6F-4064-9DB5-9B3D3E64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CF6DB0-BC77-47C9-9827-C4E11DF5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  <p:extLst>
      <p:ext uri="{BB962C8B-B14F-4D97-AF65-F5344CB8AC3E}">
        <p14:creationId xmlns:p14="http://schemas.microsoft.com/office/powerpoint/2010/main" val="70015410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7B7CAA2-7CB5-4CED-9FE6-5DE01D5D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F2A019-90DD-4872-A5B7-0C204E19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A37A1AA-7FAB-4202-ABBA-599C0E85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  <p:extLst>
      <p:ext uri="{BB962C8B-B14F-4D97-AF65-F5344CB8AC3E}">
        <p14:creationId xmlns:p14="http://schemas.microsoft.com/office/powerpoint/2010/main" val="9324040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717724-F097-41DC-AF05-8254FF87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FB8DF9-7CCF-4973-AECB-DF1A7930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53512B-8565-4390-8C6D-10971D68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5711984-F67D-4CEA-A38B-5E5108BD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  <p:extLst>
      <p:ext uri="{BB962C8B-B14F-4D97-AF65-F5344CB8AC3E}">
        <p14:creationId xmlns:p14="http://schemas.microsoft.com/office/powerpoint/2010/main" val="34390094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7446B9E-EAA3-4795-9C62-D4BCD581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EACD36-99D1-41F4-BA4C-F2D4F3CC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589200-B1C6-4E12-BE9C-7E4D1515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  <p:extLst>
      <p:ext uri="{BB962C8B-B14F-4D97-AF65-F5344CB8AC3E}">
        <p14:creationId xmlns:p14="http://schemas.microsoft.com/office/powerpoint/2010/main" val="11103566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15F86C3-663D-494A-80D9-A55DCA7C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43610C-7DA4-43F8-9CE9-FE379611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F20A67C-3E4D-4D61-9601-A3E35BDE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2BF0D25-8461-4455-88A3-C58A381D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  <p:extLst>
      <p:ext uri="{BB962C8B-B14F-4D97-AF65-F5344CB8AC3E}">
        <p14:creationId xmlns:p14="http://schemas.microsoft.com/office/powerpoint/2010/main" val="1252955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3B21E5-1B2A-4CE4-A8F5-BE8863A5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8996330-28EF-4DAC-BCAF-99D3AA9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C26FCF3-71AE-4A51-926C-58564CE3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  <p:extLst>
      <p:ext uri="{BB962C8B-B14F-4D97-AF65-F5344CB8AC3E}">
        <p14:creationId xmlns:p14="http://schemas.microsoft.com/office/powerpoint/2010/main" val="40801733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A8CE9F1-EF43-442F-A39F-20FA1570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786B01A-E2BC-4718-9503-6A824241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8B7AB6D-40FD-4A2E-9300-0BB69DF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1E718E0-D366-45C2-AA8D-7586D6BD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  <p:extLst>
      <p:ext uri="{BB962C8B-B14F-4D97-AF65-F5344CB8AC3E}">
        <p14:creationId xmlns:p14="http://schemas.microsoft.com/office/powerpoint/2010/main" val="19798688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87BCB37-387B-4C3B-BAE3-F4605FB3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AD7FE5-1773-4499-B4EE-8EA3D6B8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3B1FEC9-39E7-4472-8084-012F573A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  <p:extLst>
      <p:ext uri="{BB962C8B-B14F-4D97-AF65-F5344CB8AC3E}">
        <p14:creationId xmlns:p14="http://schemas.microsoft.com/office/powerpoint/2010/main" val="973228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34378BA-7E5D-4B26-BEFE-8CE1D5E6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7F5C2D-3494-445A-81A3-B9C72948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EC1335E-D7FB-41AF-AC87-74A8F545F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BAF82C-611C-4C3A-80A3-31D564B7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removed;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the allowResend re-mint path remains callable but is frozen during the hold.</a:t>
            </a:r>
          </a:p>
        </p:txBody>
      </p:sp>
    </p:spTree>
    <p:extLst>
      <p:ext uri="{BB962C8B-B14F-4D97-AF65-F5344CB8AC3E}">
        <p14:creationId xmlns:p14="http://schemas.microsoft.com/office/powerpoint/2010/main" val="7957492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8843B33-95E0-43C9-9296-5E4BDAC7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3CD5B94-F05A-4E6A-86EE-579F5836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58C227-736B-421C-90D6-6B66377D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  <p:extLst>
      <p:ext uri="{BB962C8B-B14F-4D97-AF65-F5344CB8AC3E}">
        <p14:creationId xmlns:p14="http://schemas.microsoft.com/office/powerpoint/2010/main" val="6074619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F0C3141-BE0C-4C39-B50B-E7F120D8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6C71E8-250F-4D74-AC37-5A14439F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B5709A5-1B8B-4A77-BACF-38AFEACF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36B203A-D3FC-4351-A0DF-9EA0D941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CampaignConfigModal exposes timing/quota only; reminder controls are absent and both flags default true.</a:t>
            </a:r>
          </a:p>
        </p:txBody>
      </p:sp>
    </p:spTree>
    <p:extLst>
      <p:ext uri="{BB962C8B-B14F-4D97-AF65-F5344CB8AC3E}">
        <p14:creationId xmlns:p14="http://schemas.microsoft.com/office/powerpoint/2010/main" val="188808477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BF322E-5EEB-4B4A-921D-D2999A3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4F1F52-1273-4334-ABDA-EEEC1BD0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ECFC16C-9570-409F-95C8-47799C63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  <p:extLst>
      <p:ext uri="{BB962C8B-B14F-4D97-AF65-F5344CB8AC3E}">
        <p14:creationId xmlns:p14="http://schemas.microsoft.com/office/powerpoint/2010/main" val="23052661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9A17073-089D-49B5-9F9B-0B9247FC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AA2FF7-EC51-4C17-9B69-0F80A08C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97B4F53-F18E-4F66-BA0B-CC545668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AC5CEC-6C8D-45BF-B567-61B155CC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render-emails mints the accept/decline magic link ({{externalLink}}); send-emails delivers via Dynamics.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  <p:extLst>
      <p:ext uri="{BB962C8B-B14F-4D97-AF65-F5344CB8AC3E}">
        <p14:creationId xmlns:p14="http://schemas.microsoft.com/office/powerpoint/2010/main" val="2070523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83C7702-8548-4C5C-AA7D-B564659A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1813DE-F822-4E6B-A7CE-F8935E2D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B04594-AC70-477C-83CD-3153258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  <p:extLst>
      <p:ext uri="{BB962C8B-B14F-4D97-AF65-F5344CB8AC3E}">
        <p14:creationId xmlns:p14="http://schemas.microsoft.com/office/powerpoint/2010/main" val="119574333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E0542F1-457B-4613-BA93-C415DA44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9457CAD-33E4-406D-92C9-377A7FFE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9DB0EB-4FCB-40D3-A250-1E4FF1D1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019AEF8-C43E-4304-BE1D-461E4DA25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Accept (respond.js): COI + AI acks (400 if missing), address/phone (422 unless opt-out); honorarium capture-only this cycle.</a:t>
            </a:r>
          </a:p>
        </p:txBody>
      </p:sp>
    </p:spTree>
    <p:extLst>
      <p:ext uri="{BB962C8B-B14F-4D97-AF65-F5344CB8AC3E}">
        <p14:creationId xmlns:p14="http://schemas.microsoft.com/office/powerpoint/2010/main" val="136232136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81547F3-0F03-4E42-8792-C43904DA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2492B1-8724-4C08-9A5B-8D6A632E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C0F1FE7-6FF8-43EB-9034-F1EE2C93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  <p:extLst>
      <p:ext uri="{BB962C8B-B14F-4D97-AF65-F5344CB8AC3E}">
        <p14:creationId xmlns:p14="http://schemas.microsoft.com/office/powerpoint/2010/main" val="214264801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9751C58-8725-4065-9DAA-4B4AC0D2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D4D5F67-602F-4F26-999D-724AEC084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F05B49-4C7E-4EA6-B112-8B161969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E9CCED-0551-499F-8FF0-0B35AE3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render-emails).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Reminder route is implemented but unscheduled; manual token-issuing reminders/resends are frozen.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  <p:extLst>
      <p:ext uri="{BB962C8B-B14F-4D97-AF65-F5344CB8AC3E}">
        <p14:creationId xmlns:p14="http://schemas.microsoft.com/office/powerpoint/2010/main" val="26153785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1D64946-199B-4044-8403-AA49D7D4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87FCEE1-A047-4A1F-AA8D-F5C59A8D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ED9D88B-D3BF-4AFC-85D8-D7E1BE50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  <p:extLst>
      <p:ext uri="{BB962C8B-B14F-4D97-AF65-F5344CB8AC3E}">
        <p14:creationId xmlns:p14="http://schemas.microsoft.com/office/powerpoint/2010/main" val="147859515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D75E98D-48B6-4928-A937-8322FF9E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E59902D-F34A-4803-B0ED-D7AEDB47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BA972E1-D7A2-416E-BD25-0E3AA009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C099646-9481-4786-ABF3-F7969A6D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  <p:extLst>
      <p:ext uri="{BB962C8B-B14F-4D97-AF65-F5344CB8AC3E}">
        <p14:creationId xmlns:p14="http://schemas.microsoft.com/office/powerpoint/2010/main" val="22021701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A445437-21F9-4B65-B82E-87B686D8E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24355A-3A65-4451-A340-939C9B41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FD3E7A-6B80-4C0F-9888-CB9C3B62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  <p:extLst>
      <p:ext uri="{BB962C8B-B14F-4D97-AF65-F5344CB8AC3E}">
        <p14:creationId xmlns:p14="http://schemas.microsoft.com/office/powerpoint/2010/main" val="952247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A1B8622-884E-4E63-B983-2A04039C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1FAFA6-D698-4B59-B244-A4D2C97E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D7E1F8E-B1C1-4672-9303-29C0BCF9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5A605-CA68-41E9-9641-95345A36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Completed reviews show within Track Reviewers (no separate Completed tab): reviews returned via the review-manager reviewers feed; wmkf_accepted lifecycle.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  <p:extLst>
      <p:ext uri="{BB962C8B-B14F-4D97-AF65-F5344CB8AC3E}">
        <p14:creationId xmlns:p14="http://schemas.microsoft.com/office/powerpoint/2010/main" val="1039527786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F743F9F-6878-4346-8813-6C59AC91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77440"/>
            <a:ext cx="12191695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545D61-54D9-4313-883A-56AFC1A23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1828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AC3ACBE-A212-484A-8ED6-00B94CB6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697480"/>
            <a:ext cx="8595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  <p:extLst>
      <p:ext uri="{BB962C8B-B14F-4D97-AF65-F5344CB8AC3E}">
        <p14:creationId xmlns:p14="http://schemas.microsoft.com/office/powerpoint/2010/main" val="1347667151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1A04B2D-2466-4326-8572-FF802A93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F12C0B2-FD28-4C88-B7C9-B5B9CD29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78E2361-9B27-4927-A140-414B462C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3CA0786-C623-4308-9D5E-50ED5C63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 xmlns:a="http://schemas.openxmlformats.org/drawingml/2006/main">
            <a:pPr lvl="1">
              <a:spcBef>
                <a:spcPts val="200"/>
              </a:spcBef>
              <a:buNone/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  <p:extLst>
      <p:ext uri="{BB962C8B-B14F-4D97-AF65-F5344CB8AC3E}">
        <p14:creationId xmlns:p14="http://schemas.microsoft.com/office/powerpoint/2010/main" val="55455554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35CC6D0-465A-473A-8B50-571A20C7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57E9332-4E2A-465B-A61C-B0453953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3152F19-7F6D-45B8-873C-E26E3136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1D8C2B-0FC5-4787-ABD3-1A43732E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  <p:extLst>
      <p:ext uri="{BB962C8B-B14F-4D97-AF65-F5344CB8AC3E}">
        <p14:creationId xmlns:p14="http://schemas.microsoft.com/office/powerpoint/2010/main" val="601331108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4ED4424-60B8-4275-8679-EAA4C857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9777A6B-2F98-47FA-B9E5-9228A1A2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58695B-AFB5-4436-8F7C-D5B83C4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74AF593-4313-4FE4-9F32-9DA2597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reviewer-reminders route remains implemented but is unscheduled; sweep-stale-invites still runs for status bookkeeping.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Prebuild + CI hold gate blocks accidental reviewer-reminder cron re-registration.</a:t>
            </a:r>
          </a:p>
        </p:txBody>
      </p:sp>
    </p:spTree>
    <p:extLst>
      <p:ext uri="{BB962C8B-B14F-4D97-AF65-F5344CB8AC3E}">
        <p14:creationId xmlns:p14="http://schemas.microsoft.com/office/powerpoint/2010/main" val="2925681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A6BB14-B2C2-4471-93D5-D5ED8A86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6CEBDB5-6E4F-44B9-BE5B-FD0A5478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E6FC2A6-E622-4A03-9B63-DB1403F7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"/>
            <a:ext cx="110642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C1BF1ED-0EB9-4D88-8A43-089E3D05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17320"/>
            <a:ext cx="10972800" cy="5120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Spec: docs/REVIEWER_ENGAGEMENT_SPEC.md (Phases 1/2/4 live; Phase 3 mechanism implemented, schedule paused).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 xmlns:a="http://schemas.openxmlformats.org/drawingml/2006/main">
            <a:pPr lvl="1">
              <a:spcBef>
                <a:spcPts val="800"/>
              </a:spcBef>
              <a:buNone/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  <p:extLst>
      <p:ext uri="{BB962C8B-B14F-4D97-AF65-F5344CB8AC3E}">
        <p14:creationId xmlns:p14="http://schemas.microsoft.com/office/powerpoint/2010/main" val="95104283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2026-09-02T00:40:50.6570000Z</dcterms:created>
  <dcterms:modified xsi:type="dcterms:W3CDTF">2026-09-02T00:40:50.6570000Z</dcterms:modified>
</coreProperties>
</file>