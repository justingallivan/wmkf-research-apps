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Request Workbench</a:t>
            </a:r>
          </a:p>
          <a:p>
            <a:pPr>
              <a:defRPr sz="2000">
                <a:solidFill>
                  <a:srgbClr val="C9D4E0"/>
                </a:solidFill>
              </a:defRPr>
            </a:pPr>
            <a:r>
              <a:t>A practical guide for Program Directors</a:t>
            </a:r>
          </a:p>
          <a:p>
            <a:pPr>
              <a:defRPr sz="1300" b="1">
                <a:solidFill>
                  <a:srgbClr val="0B5C8A"/>
                </a:solidFill>
              </a:defRPr>
            </a:pPr>
            <a:r>
              <a:t>ONBOARDING · PD EDITION · DRAFT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you'll be able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Open any request and see, in one place, where it stands and what to do next.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Run the whole reviewer cycle — find, invite, chase, track — without leaving the request.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Read the proposal, its Phase I documents, and the AI summaries side by side.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Send grantee-deliverable invitations to awardees.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We'll walk one proposal from open → reviewers engaged → reviews in. Same step order Connor's technical deck uses.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Workbench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Workbench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One command center per request — not a pile of separate apps.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Before: reviewer-finder, review-manager, and lookups were separate tools you switched between.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Now: open the request once; everything for it lives behind a tab strip.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Request-in-context: every action already knows which proposal, cycle, and program you're 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 recommend; the board decides. The Workbench never changes the official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Getting in &amp; opening a request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Getting in &amp; opening a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Sign in with your Microsoft account; access is granted per person.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Open a request and you land on the Overview tab.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header always shows the request number, title, cycle, program, and institution.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Tip: the page remembers the tab in the URL, so you can bookmark or share a deep link to an exact tab.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The tab strip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tab strip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Five tabs are live today: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Overview · Proposal · Reviewers · Status · Awardee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Five more are placeholders for the rest of the request lifecycle: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Initial Writeup · Reviews · Pre/Site Visit · Final Writeup — they say "coming in a later update."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You'll spend most of your time on the Reviewers tab.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Overview tab — the command 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fast answer to "where is this request and what do I do next?"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 funnel at a glance: how many candidates, invited, accepted, materials sent, reviews in.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"what next" hint based on that funnel.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Key request facts: meeting date, amounts, status.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Use it as your daily starting point for each request.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Everything about the proposal itself, stacked top to bottom: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Proposal info — PI, Co-PIs, abstract, amounts.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Phase I documents — view/download the submitted files.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AI content — fit rationale, summary, extracted data (Field Primer expands here over time).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This is your read-the-proposal surface while you decide who should review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Build a pool of potential reviewers for this proposal.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Pull in applicant-recommended reviewers automatically.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Search for additional candidates by expertise; the tool enriches contact details.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Nothing is saved until you choose "Save as candidates" — search results are scratch until then.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Candidates (and inviting)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Candidates (and inviting)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Your saved shortlist for this request, with the detail you need to decide: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Why they fit, h-index/citations, expertise keywords, Scholar/ORCID/website links.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Select candidates and click Send invitation to invite the ones not yet invited.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Heads-up — there is no longer a "Re-invite" button: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Invited people who haven't replied are nudged automatically by a reminder (Step 8/11).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Set the timing once for the whole request; invitations inherit it.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Days to respond — how long a reviewer has to accept (an offset, so later waves get the full window).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Review due date — the fixed deadline reviews are due.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Reminders — turn the respond-by and review-due nudges on/off and set how many days before.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Desired count — how many accepted reviewers you're aiming for (drives the quota notice).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invitation modal pre-fills timing from Campaign settings.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 the email, then send — each reviewer gets a secure personal accept/decline link.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Low-confidence or missing email addresses are flagged before you send.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Only the invitation goes pre-acceptance — proposal materials are never attached until a reviewer has accepted.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reviewer sees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Reviewers click their link and land on a simple accept/decline page.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Accepting captures the COI &amp; AI-use acknowledgements plus mailing/contact details for honorarium.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They then "sit tight" until you release the proposal materials.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Knowing this page helps you answer reviewer questions quickly.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Invite &amp; Track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Invite &amp;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Invite sub-tab — accepted reviewers awaiting materials; use Release to reviewers to send the proposal.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Track sub-tab — reviewers in flight, from materials sent through review received.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system chases for you: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Respond-by reminder nudges invitees who haven't replied.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Review-due reminder nudges accepted reviewers who haven't submitted.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When accepted reviewers reach your desired count, you get a notification.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 decide who (if anyone) to release — a slow-but-wanted senior reviewer is never auto-dropped.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Select still-pending invitees and choose Release as no longer needed: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Sends a polite thank-you and closes their invitation; their reminders stop.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Completed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Completed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Reviewers whose review is in.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Your end-state view of the panel for this request.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Status tab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Status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 read-only reflection of the proposal's official Dynamics status.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Staff recommend; the board decides; the decision is recorded elsewhere in Dynamics.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The Workbench never edits status here — it's a display surface only.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For research awards: orchestrate the grantee-deliverables outreach.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Generate the style-guide abstract, confirm recipients (PI in To, liaison in Cc), preview, and send the invite.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Copy website HTML for a single award, or open the combined cycle export.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FAQ &amp; where to get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"Where did the Re-invite button go?" — replaced by the automatic respond-by reminder.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"A change isn't showing" — hard-refresh; the app updates as we ship.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"A tab says coming soon" — that lifecycle stage isn't built yet; it's on the roadmap.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Who to ask: your team lead for workflow; Connor for anything technical.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This deck is a draft — tell us what's confusing and we'll tighten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