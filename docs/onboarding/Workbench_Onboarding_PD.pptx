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9b70cf1dec496a" /><Relationship Type="http://schemas.openxmlformats.org/officeDocument/2006/relationships/extended-properties" Target="/docProps/app.xml" Id="R15e46604ad4d49fa" /><Relationship Type="http://schemas.openxmlformats.org/officeDocument/2006/relationships/officeDocument" Target="/ppt/presentation.xml" Id="R3be9270bcc614c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03b73d0a074dc0"/>
  </p:sldMasterIdLst>
  <p:notesMasterIdLst>
    <p:notesMasterId xmlns:r="http://schemas.openxmlformats.org/officeDocument/2006/relationships" r:id="R4f74ae8b533b496f"/>
  </p:notesMasterIdLst>
  <p:sldIdLst>
    <p:sldId xmlns:r="http://schemas.openxmlformats.org/officeDocument/2006/relationships" id="256" r:id="R57c6b41675a64590"/>
    <p:sldId xmlns:r="http://schemas.openxmlformats.org/officeDocument/2006/relationships" id="257" r:id="Rba1267fd3ed44260"/>
    <p:sldId xmlns:r="http://schemas.openxmlformats.org/officeDocument/2006/relationships" id="258" r:id="R2035425ee5fc4684"/>
    <p:sldId xmlns:r="http://schemas.openxmlformats.org/officeDocument/2006/relationships" id="259" r:id="Ra47146802ad14661"/>
    <p:sldId xmlns:r="http://schemas.openxmlformats.org/officeDocument/2006/relationships" id="260" r:id="Re159f37f010c4fb1"/>
    <p:sldId xmlns:r="http://schemas.openxmlformats.org/officeDocument/2006/relationships" id="261" r:id="R2d48de41fc5647e4"/>
    <p:sldId xmlns:r="http://schemas.openxmlformats.org/officeDocument/2006/relationships" id="262" r:id="R09111897a334483a"/>
    <p:sldId xmlns:r="http://schemas.openxmlformats.org/officeDocument/2006/relationships" id="263" r:id="Re698c6bcebc44d1e"/>
    <p:sldId xmlns:r="http://schemas.openxmlformats.org/officeDocument/2006/relationships" id="264" r:id="R00b25e70c1474308"/>
    <p:sldId xmlns:r="http://schemas.openxmlformats.org/officeDocument/2006/relationships" id="265" r:id="R34ffe551e0ab4461"/>
    <p:sldId xmlns:r="http://schemas.openxmlformats.org/officeDocument/2006/relationships" id="266" r:id="Re365a5e23fea492a"/>
    <p:sldId xmlns:r="http://schemas.openxmlformats.org/officeDocument/2006/relationships" id="267" r:id="Rc6f78c90f00d4b41"/>
    <p:sldId xmlns:r="http://schemas.openxmlformats.org/officeDocument/2006/relationships" id="268" r:id="Redd76a5b7a9a4fc2"/>
    <p:sldId xmlns:r="http://schemas.openxmlformats.org/officeDocument/2006/relationships" id="269" r:id="R5802f1019e97455f"/>
    <p:sldId xmlns:r="http://schemas.openxmlformats.org/officeDocument/2006/relationships" id="270" r:id="Rb2378701ed814e9e"/>
    <p:sldId xmlns:r="http://schemas.openxmlformats.org/officeDocument/2006/relationships" id="271" r:id="R6725b680ca0044ba"/>
    <p:sldId xmlns:r="http://schemas.openxmlformats.org/officeDocument/2006/relationships" id="272" r:id="Rc7595f34a3ef45f4"/>
    <p:sldId xmlns:r="http://schemas.openxmlformats.org/officeDocument/2006/relationships" id="273" r:id="R01b88814f16147bb"/>
    <p:sldId xmlns:r="http://schemas.openxmlformats.org/officeDocument/2006/relationships" id="274" r:id="R2107efada5114c74"/>
    <p:sldId xmlns:r="http://schemas.openxmlformats.org/officeDocument/2006/relationships" id="275" r:id="Rac2879fbb06c47f4"/>
    <p:sldId xmlns:r="http://schemas.openxmlformats.org/officeDocument/2006/relationships" id="276" r:id="Rbee3fd20663e4f5a"/>
    <p:sldId xmlns:r="http://schemas.openxmlformats.org/officeDocument/2006/relationships" id="277" r:id="Rf0b4f71ed0854114"/>
    <p:sldId xmlns:r="http://schemas.openxmlformats.org/officeDocument/2006/relationships" id="278" r:id="R98a3059f4f4041f8"/>
    <p:sldId xmlns:r="http://schemas.openxmlformats.org/officeDocument/2006/relationships" id="279" r:id="R7089e70aeeb04b96"/>
    <p:sldId xmlns:r="http://schemas.openxmlformats.org/officeDocument/2006/relationships" id="280" r:id="Rf9a9e9ef78de4fda"/>
    <p:sldId xmlns:r="http://schemas.openxmlformats.org/officeDocument/2006/relationships" id="281" r:id="R994c3cd6d7014c93"/>
    <p:sldId xmlns:r="http://schemas.openxmlformats.org/officeDocument/2006/relationships" id="282" r:id="R87f98428c66d4550"/>
    <p:sldId xmlns:r="http://schemas.openxmlformats.org/officeDocument/2006/relationships" id="283" r:id="R59d78646eb63493f"/>
    <p:sldId xmlns:r="http://schemas.openxmlformats.org/officeDocument/2006/relationships" id="284" r:id="R22273925258f4cc2"/>
    <p:sldId xmlns:r="http://schemas.openxmlformats.org/officeDocument/2006/relationships" id="285" r:id="Rb5ae07889ef54ae4"/>
    <p:sldId xmlns:r="http://schemas.openxmlformats.org/officeDocument/2006/relationships" id="286" r:id="Red8d2941950742d0"/>
    <p:sldId xmlns:r="http://schemas.openxmlformats.org/officeDocument/2006/relationships" id="287" r:id="R4ab9fd8a343e4aef"/>
    <p:sldId xmlns:r="http://schemas.openxmlformats.org/officeDocument/2006/relationships" id="288" r:id="Rde178659951b42fb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55b3a4d95b4f5e" /><Relationship Type="http://schemas.openxmlformats.org/officeDocument/2006/relationships/slideMaster" Target="/ppt/slideMasters/slideMaster1.xml" Id="R7703b73d0a074dc0" /><Relationship Type="http://schemas.openxmlformats.org/officeDocument/2006/relationships/notesMaster" Target="/ppt/notesMasters/notesMaster1.xml" Id="R4f74ae8b533b496f" /><Relationship Type="http://schemas.openxmlformats.org/officeDocument/2006/relationships/presProps" Target="/ppt/presProps.xml" Id="R8d928add5abc42a9" /><Relationship Type="http://schemas.openxmlformats.org/officeDocument/2006/relationships/viewProps" Target="/ppt/viewProps.xml" Id="R913fd2429e834c2f" /><Relationship Type="http://schemas.openxmlformats.org/officeDocument/2006/relationships/tableStyles" Target="/ppt/tableStyles.xml" Id="R2d9df8f311cc472b" /><Relationship Type="http://schemas.openxmlformats.org/officeDocument/2006/relationships/slide" Target="/ppt/slides/slide1.xml" Id="R57c6b41675a64590" /><Relationship Type="http://schemas.openxmlformats.org/officeDocument/2006/relationships/slide" Target="/ppt/slides/slide2.xml" Id="Rba1267fd3ed44260" /><Relationship Type="http://schemas.openxmlformats.org/officeDocument/2006/relationships/slide" Target="/ppt/slides/slide3.xml" Id="R2035425ee5fc4684" /><Relationship Type="http://schemas.openxmlformats.org/officeDocument/2006/relationships/slide" Target="/ppt/slides/slide4.xml" Id="Ra47146802ad14661" /><Relationship Type="http://schemas.openxmlformats.org/officeDocument/2006/relationships/slide" Target="/ppt/slides/slide5.xml" Id="Re159f37f010c4fb1" /><Relationship Type="http://schemas.openxmlformats.org/officeDocument/2006/relationships/slide" Target="/ppt/slides/slide6.xml" Id="R2d48de41fc5647e4" /><Relationship Type="http://schemas.openxmlformats.org/officeDocument/2006/relationships/slide" Target="/ppt/slides/slide7.xml" Id="R09111897a334483a" /><Relationship Type="http://schemas.openxmlformats.org/officeDocument/2006/relationships/slide" Target="/ppt/slides/slide8.xml" Id="Re698c6bcebc44d1e" /><Relationship Type="http://schemas.openxmlformats.org/officeDocument/2006/relationships/slide" Target="/ppt/slides/slide9.xml" Id="R00b25e70c1474308" /><Relationship Type="http://schemas.openxmlformats.org/officeDocument/2006/relationships/slide" Target="/ppt/slides/slide10.xml" Id="R34ffe551e0ab4461" /><Relationship Type="http://schemas.openxmlformats.org/officeDocument/2006/relationships/slide" Target="/ppt/slides/slide11.xml" Id="Re365a5e23fea492a" /><Relationship Type="http://schemas.openxmlformats.org/officeDocument/2006/relationships/slide" Target="/ppt/slides/slide12.xml" Id="Rc6f78c90f00d4b41" /><Relationship Type="http://schemas.openxmlformats.org/officeDocument/2006/relationships/slide" Target="/ppt/slides/slide13.xml" Id="Redd76a5b7a9a4fc2" /><Relationship Type="http://schemas.openxmlformats.org/officeDocument/2006/relationships/slide" Target="/ppt/slides/slide14.xml" Id="R5802f1019e97455f" /><Relationship Type="http://schemas.openxmlformats.org/officeDocument/2006/relationships/slide" Target="/ppt/slides/slide15.xml" Id="Rb2378701ed814e9e" /><Relationship Type="http://schemas.openxmlformats.org/officeDocument/2006/relationships/slide" Target="/ppt/slides/slide16.xml" Id="R6725b680ca0044ba" /><Relationship Type="http://schemas.openxmlformats.org/officeDocument/2006/relationships/slide" Target="/ppt/slides/slide17.xml" Id="Rc7595f34a3ef45f4" /><Relationship Type="http://schemas.openxmlformats.org/officeDocument/2006/relationships/slide" Target="/ppt/slides/slide18.xml" Id="R01b88814f16147bb" /><Relationship Type="http://schemas.openxmlformats.org/officeDocument/2006/relationships/slide" Target="/ppt/slides/slide19.xml" Id="R2107efada5114c74" /><Relationship Type="http://schemas.openxmlformats.org/officeDocument/2006/relationships/slide" Target="/ppt/slides/slide20.xml" Id="Rac2879fbb06c47f4" /><Relationship Type="http://schemas.openxmlformats.org/officeDocument/2006/relationships/slide" Target="/ppt/slides/slide21.xml" Id="Rbee3fd20663e4f5a" /><Relationship Type="http://schemas.openxmlformats.org/officeDocument/2006/relationships/slide" Target="/ppt/slides/slide22.xml" Id="Rf0b4f71ed0854114" /><Relationship Type="http://schemas.openxmlformats.org/officeDocument/2006/relationships/slide" Target="/ppt/slides/slide23.xml" Id="R98a3059f4f4041f8" /><Relationship Type="http://schemas.openxmlformats.org/officeDocument/2006/relationships/slide" Target="/ppt/slides/slide24.xml" Id="R7089e70aeeb04b96" /><Relationship Type="http://schemas.openxmlformats.org/officeDocument/2006/relationships/slide" Target="/ppt/slides/slide25.xml" Id="Rf9a9e9ef78de4fda" /><Relationship Type="http://schemas.openxmlformats.org/officeDocument/2006/relationships/slide" Target="/ppt/slides/slide26.xml" Id="R994c3cd6d7014c93" /><Relationship Type="http://schemas.openxmlformats.org/officeDocument/2006/relationships/slide" Target="/ppt/slides/slide27.xml" Id="R87f98428c66d4550" /><Relationship Type="http://schemas.openxmlformats.org/officeDocument/2006/relationships/slide" Target="/ppt/slides/slide28.xml" Id="R59d78646eb63493f" /><Relationship Type="http://schemas.openxmlformats.org/officeDocument/2006/relationships/slide" Target="/ppt/slides/slide29.xml" Id="R22273925258f4cc2" /><Relationship Type="http://schemas.openxmlformats.org/officeDocument/2006/relationships/slide" Target="/ppt/slides/slide30.xml" Id="Rb5ae07889ef54ae4" /><Relationship Type="http://schemas.openxmlformats.org/officeDocument/2006/relationships/slide" Target="/ppt/slides/slide31.xml" Id="Red8d2941950742d0" /><Relationship Type="http://schemas.openxmlformats.org/officeDocument/2006/relationships/slide" Target="/ppt/slides/slide32.xml" Id="R4ab9fd8a343e4aef" /><Relationship Type="http://schemas.openxmlformats.org/officeDocument/2006/relationships/slide" Target="/ppt/slides/slide33.xml" Id="Rde178659951b42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1f9e3da6ed4e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16f8b76adf42de" /><Relationship Type="http://schemas.openxmlformats.org/officeDocument/2006/relationships/notesMaster" Target="/ppt/notesMasters/notesMaster1.xml" Id="R27974b047bf445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504a7711454a4d" /><Relationship Type="http://schemas.openxmlformats.org/officeDocument/2006/relationships/notesMaster" Target="/ppt/notesMasters/notesMaster1.xml" Id="Re12262c22faf4a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7c3af5d06a4414" /><Relationship Type="http://schemas.openxmlformats.org/officeDocument/2006/relationships/notesMaster" Target="/ppt/notesMasters/notesMaster1.xml" Id="R9af1293375d842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077ed62ebfa4851" /><Relationship Type="http://schemas.openxmlformats.org/officeDocument/2006/relationships/notesMaster" Target="/ppt/notesMasters/notesMaster1.xml" Id="R7c15d9e484354a3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0c08f9f84e4fc6" /><Relationship Type="http://schemas.openxmlformats.org/officeDocument/2006/relationships/notesMaster" Target="/ppt/notesMasters/notesMaster1.xml" Id="R7d3b6b2ad6a54a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0fa93bb6cbf4c96" /><Relationship Type="http://schemas.openxmlformats.org/officeDocument/2006/relationships/notesMaster" Target="/ppt/notesMasters/notesMaster1.xml" Id="Rdd8cfc33a2d642e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0e5b76ab234544" /><Relationship Type="http://schemas.openxmlformats.org/officeDocument/2006/relationships/notesMaster" Target="/ppt/notesMasters/notesMaster1.xml" Id="R4fbb08cc677f4b2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bfaee8ad54b489c" /><Relationship Type="http://schemas.openxmlformats.org/officeDocument/2006/relationships/notesMaster" Target="/ppt/notesMasters/notesMaster1.xml" Id="R40fc74592de54f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079a8e982bc4412" /><Relationship Type="http://schemas.openxmlformats.org/officeDocument/2006/relationships/notesMaster" Target="/ppt/notesMasters/notesMaster1.xml" Id="Rc2549572b7c0432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510ed5df96f430d" /><Relationship Type="http://schemas.openxmlformats.org/officeDocument/2006/relationships/notesMaster" Target="/ppt/notesMasters/notesMaster1.xml" Id="Rdee621c721de436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06df61da39c41f3" /><Relationship Type="http://schemas.openxmlformats.org/officeDocument/2006/relationships/notesMaster" Target="/ppt/notesMasters/notesMaster1.xml" Id="R53be49be5aac4d4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a70946c6a25475d" /><Relationship Type="http://schemas.openxmlformats.org/officeDocument/2006/relationships/notesMaster" Target="/ppt/notesMasters/notesMaster1.xml" Id="R430770a2f6b3436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c55a38b456f4834" /><Relationship Type="http://schemas.openxmlformats.org/officeDocument/2006/relationships/notesMaster" Target="/ppt/notesMasters/notesMaster1.xml" Id="R60adf2a283ff436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85d57fcda214b06" /><Relationship Type="http://schemas.openxmlformats.org/officeDocument/2006/relationships/notesMaster" Target="/ppt/notesMasters/notesMaster1.xml" Id="Ra33a66814c734df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6353bebe8f84238" /><Relationship Type="http://schemas.openxmlformats.org/officeDocument/2006/relationships/notesMaster" Target="/ppt/notesMasters/notesMaster1.xml" Id="R5e551bb45cb0486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d6cbfe6c29f4c24" /><Relationship Type="http://schemas.openxmlformats.org/officeDocument/2006/relationships/notesMaster" Target="/ppt/notesMasters/notesMaster1.xml" Id="Rfdf4f53ba9f646c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72915d7bb514eac" /><Relationship Type="http://schemas.openxmlformats.org/officeDocument/2006/relationships/notesMaster" Target="/ppt/notesMasters/notesMaster1.xml" Id="R14a7f0705374472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d0119358a824606" /><Relationship Type="http://schemas.openxmlformats.org/officeDocument/2006/relationships/notesMaster" Target="/ppt/notesMasters/notesMaster1.xml" Id="R5e1bf95552334f2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c3a7177dae34be8" /><Relationship Type="http://schemas.openxmlformats.org/officeDocument/2006/relationships/notesMaster" Target="/ppt/notesMasters/notesMaster1.xml" Id="R499c74f017a24d0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0bc7de4bc004890" /><Relationship Type="http://schemas.openxmlformats.org/officeDocument/2006/relationships/notesMaster" Target="/ppt/notesMasters/notesMaster1.xml" Id="R8fa945e9bc5f4e5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1582e7e59c74cc8" /><Relationship Type="http://schemas.openxmlformats.org/officeDocument/2006/relationships/notesMaster" Target="/ppt/notesMasters/notesMaster1.xml" Id="R8ab8a96fd990411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540b81200084e8e" /><Relationship Type="http://schemas.openxmlformats.org/officeDocument/2006/relationships/notesMaster" Target="/ppt/notesMasters/notesMaster1.xml" Id="Rb39ae6d4c6d54d5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d6da7abff864f8b" /><Relationship Type="http://schemas.openxmlformats.org/officeDocument/2006/relationships/notesMaster" Target="/ppt/notesMasters/notesMaster1.xml" Id="Rd1836972421049e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0d9802a4b754ce8" /><Relationship Type="http://schemas.openxmlformats.org/officeDocument/2006/relationships/notesMaster" Target="/ppt/notesMasters/notesMaster1.xml" Id="Rcce8856df0cd46e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d02a0258a0f4bfb" /><Relationship Type="http://schemas.openxmlformats.org/officeDocument/2006/relationships/notesMaster" Target="/ppt/notesMasters/notesMaster1.xml" Id="R46330e7d9658445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64ec93349774594" /><Relationship Type="http://schemas.openxmlformats.org/officeDocument/2006/relationships/notesMaster" Target="/ppt/notesMasters/notesMaster1.xml" Id="R3f3705f7a0b2411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94b4da5eaaa428f" /><Relationship Type="http://schemas.openxmlformats.org/officeDocument/2006/relationships/notesMaster" Target="/ppt/notesMasters/notesMaster1.xml" Id="R2feb3eac0358458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c9af464f803412a" /><Relationship Type="http://schemas.openxmlformats.org/officeDocument/2006/relationships/notesMaster" Target="/ppt/notesMasters/notesMaster1.xml" Id="Rb8c60b7219d0477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02ce8f46a494df7" /><Relationship Type="http://schemas.openxmlformats.org/officeDocument/2006/relationships/notesMaster" Target="/ppt/notesMasters/notesMaster1.xml" Id="Re697af4c6904466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4debc81e6ed4a20" /><Relationship Type="http://schemas.openxmlformats.org/officeDocument/2006/relationships/notesMaster" Target="/ppt/notesMasters/notesMaster1.xml" Id="R2bddc6505302406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26d3e24dc6a840fe" /><Relationship Type="http://schemas.openxmlformats.org/officeDocument/2006/relationships/notesMaster" Target="/ppt/notesMasters/notesMaster1.xml" Id="R8f34254806f54b7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46254616dcf42b0" /><Relationship Type="http://schemas.openxmlformats.org/officeDocument/2006/relationships/notesMaster" Target="/ppt/notesMasters/notesMaster1.xml" Id="R47e4e94b6a434d0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b3e4e763b114ea0" /><Relationship Type="http://schemas.openxmlformats.org/officeDocument/2006/relationships/notesMaster" Target="/ppt/notesMasters/notesMaster1.xml" Id="R1dfd2b4858a34b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f5b47dcd914b1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57db22dde344b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d10b94931a436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6e3cdca6f1478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19f55947b1432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f7c8983ff3465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7fadc11df84f8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590d2b6ad499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4265ba643d4c4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d4c37766c74fc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31ac2585554ca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92E955-C1D3-471E-BCFF-F8D4A19574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6E9E6BF-B80F-47F7-BA38-5B9C5F9E018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371B29-A4D9-4CAA-821C-6C0DAE5853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9653716-E54F-4ADD-9923-B1B99F4405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01AC386-145B-4682-9166-9623E7D36E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639CDF-2E56-46D9-96E0-93B92FC348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E7904B8-84D9-41B7-B760-2649F6DBEB3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C7A996C-3E26-4459-B3DC-13D46109CF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33AEBAD-8C3E-497D-A3AC-6BAA15B87A4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99ED16F-8E8C-44AE-BA5B-2AB3DF9496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593B787-57B7-4AD2-B107-2BE471320E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17686E5-20D9-426C-A6E8-7934F21B5A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43C26E8-9B36-4ABB-91DA-E9C0ADD806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0E0F4-493E-4CCB-A652-EF9040C8AA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6F6BE7-C130-4C4D-99BB-6F223D0F49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7A33EE-2377-460B-9557-DE70D58C11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9AF7064-667B-4C6D-8AB0-92B6DC86C85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0E07CDC-61FC-4BC3-AAE7-FB69E655761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F6224F4-A49C-408E-ACFA-9E9B8716976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9060235-1C0D-4DD7-BD87-F8E02D22F8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98BE82A-45D7-4916-9BED-21709F6242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2DE186-8A4F-400A-8819-E53F190520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ADB8E15-AEF6-4992-8883-0B3667FBBA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8B22EF7-7CD6-4787-9EDE-5316CD29138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6DE7BC-184C-44D9-9274-DAFB822AB6A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A3F1373-C3F9-48AC-B9A1-077DECBA3D0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9E4DA4A-5C4A-4BC7-B86A-99E6B8B8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C4EF51-223A-4B18-A2DD-614332ED82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83F43C0-C1A6-426D-BE28-5DCBC6017F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A1BB2A-8937-4361-BEB8-E496D0B058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3636D2B-8A83-45FB-9D2D-3F85AF7A60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9B2EEB8-D954-4DDF-ADBB-6BB66AB7E1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84F67BF-941D-48F2-AC9F-504F5E1AE6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7EAB818-9908-4CBE-9CD9-0A3811925E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53C1E78-4625-45DD-821C-773675A987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1486AEC-8675-455F-A571-B8FC051A01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FDBE2C-C871-4DB1-9783-35913459D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E387D-AA4E-4021-9540-C394F8E7809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FCD97E7-E0B5-4080-AE34-5D19B11C83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99AF54E-2D60-4C6B-B957-825A400403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858C150-9C24-47CB-AD41-802543BD3E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859CD9E-4B4B-4E62-810A-E1C5F61D18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C04E377-D5A5-4E07-AB2E-577A152A93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9C630EF-12A0-465C-851B-645E029AA1C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28DA2DD-6059-454C-9A26-78B023C8BAA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5D4AC8E-6DF4-490B-A204-03EC894E4D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C44DB3-92C3-4EA5-86B1-4BCCC3FC9D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E5577E1-C4E1-403F-ADE9-BBF1AE4EA9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73C67AA-1EBD-4C4A-AE1D-6B2D34332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EEA2670-8E8B-4179-A8BA-1FB3015050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4A389-C749-4C5C-8C06-7EDCD0B870C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50F9FF4-C3BA-44BF-855C-FA1E9C0A370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A6ABFDF-895D-4286-A74F-8C5BD2A608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6D1BCEB-3C0A-4F02-BA70-356963EE77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3EEC9A2-2FD1-4A62-8262-B934BFEBED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F48EC87-2937-4BEF-AD5F-E883AA34CE4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DF20585-CBEB-4109-88C8-EA2ED3A00F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CA60231-873E-48DC-9DA2-4AFC3DA36A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d3aa0dbc79486d" /><Relationship Type="http://schemas.openxmlformats.org/officeDocument/2006/relationships/slideLayout" Target="/ppt/slideLayouts/slideLayout1.xml" Id="R4cda30115e6442b3" /><Relationship Type="http://schemas.openxmlformats.org/officeDocument/2006/relationships/slideLayout" Target="/ppt/slideLayouts/slideLayout2.xml" Id="Rfb306b12ea454cd1" /><Relationship Type="http://schemas.openxmlformats.org/officeDocument/2006/relationships/slideLayout" Target="/ppt/slideLayouts/slideLayout3.xml" Id="Re1efbe3e1c08430f" /><Relationship Type="http://schemas.openxmlformats.org/officeDocument/2006/relationships/slideLayout" Target="/ppt/slideLayouts/slideLayout4.xml" Id="R2fc4fff693f848d6" /><Relationship Type="http://schemas.openxmlformats.org/officeDocument/2006/relationships/slideLayout" Target="/ppt/slideLayouts/slideLayout5.xml" Id="Ra4510815dfd941a4" /><Relationship Type="http://schemas.openxmlformats.org/officeDocument/2006/relationships/slideLayout" Target="/ppt/slideLayouts/slideLayout6.xml" Id="Rc8cf0374310d4f8f" /><Relationship Type="http://schemas.openxmlformats.org/officeDocument/2006/relationships/slideLayout" Target="/ppt/slideLayouts/slideLayout7.xml" Id="Rebd7ca52d5c94792" /><Relationship Type="http://schemas.openxmlformats.org/officeDocument/2006/relationships/slideLayout" Target="/ppt/slideLayouts/slideLayout8.xml" Id="R2629f93aba814d9a" /><Relationship Type="http://schemas.openxmlformats.org/officeDocument/2006/relationships/slideLayout" Target="/ppt/slideLayouts/slideLayout9.xml" Id="Rf2752faf53494af9" /><Relationship Type="http://schemas.openxmlformats.org/officeDocument/2006/relationships/slideLayout" Target="/ppt/slideLayouts/slideLayout10.xml" Id="Rf4100736128a4102" /><Relationship Type="http://schemas.openxmlformats.org/officeDocument/2006/relationships/slideLayout" Target="/ppt/slideLayouts/slideLayout11.xml" Id="R53701b0df185499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3548252-098F-429A-A29E-7B8FF2BE9D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C2FCF8-D40F-440E-8B64-8AEF6189A1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B4773B4-8AFE-4BCA-848F-31FC88C356D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9993B1-5294-46BE-B3F0-4483AE49C22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D19F04-F54F-440E-8E22-FCE788E98AE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da30115e6442b3"/>
    <p:sldLayoutId xmlns:r="http://schemas.openxmlformats.org/officeDocument/2006/relationships" id="2147483650" r:id="Rfb306b12ea454cd1"/>
    <p:sldLayoutId xmlns:r="http://schemas.openxmlformats.org/officeDocument/2006/relationships" id="2147483651" r:id="Re1efbe3e1c08430f"/>
    <p:sldLayoutId xmlns:r="http://schemas.openxmlformats.org/officeDocument/2006/relationships" id="2147483652" r:id="R2fc4fff693f848d6"/>
    <p:sldLayoutId xmlns:r="http://schemas.openxmlformats.org/officeDocument/2006/relationships" id="2147483653" r:id="Ra4510815dfd941a4"/>
    <p:sldLayoutId xmlns:r="http://schemas.openxmlformats.org/officeDocument/2006/relationships" id="2147483654" r:id="Rc8cf0374310d4f8f"/>
    <p:sldLayoutId xmlns:r="http://schemas.openxmlformats.org/officeDocument/2006/relationships" id="2147483655" r:id="Rebd7ca52d5c94792"/>
    <p:sldLayoutId xmlns:r="http://schemas.openxmlformats.org/officeDocument/2006/relationships" id="2147483656" r:id="R2629f93aba814d9a"/>
    <p:sldLayoutId xmlns:r="http://schemas.openxmlformats.org/officeDocument/2006/relationships" id="2147483657" r:id="Rf2752faf53494af9"/>
    <p:sldLayoutId xmlns:r="http://schemas.openxmlformats.org/officeDocument/2006/relationships" id="2147483658" r:id="Rf4100736128a4102"/>
    <p:sldLayoutId xmlns:r="http://schemas.openxmlformats.org/officeDocument/2006/relationships" id="2147483659" r:id="R53701b0df185499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bcdfe199014d7f" /><Relationship Type="http://schemas.openxmlformats.org/officeDocument/2006/relationships/notesSlide" Target="/ppt/notesSlides/notesSlide1.xml" Id="Re107928c17c14d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7df32973c8471b" /><Relationship Type="http://schemas.openxmlformats.org/officeDocument/2006/relationships/notesSlide" Target="/ppt/notesSlides/notesSlide2.xml" Id="Rb65bc2b52a2e4f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ccbdef11a74508" /><Relationship Type="http://schemas.openxmlformats.org/officeDocument/2006/relationships/notesSlide" Target="/ppt/notesSlides/notesSlide3.xml" Id="Rf3a8dc69e37e40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9337d183a24d2b" /><Relationship Type="http://schemas.openxmlformats.org/officeDocument/2006/relationships/notesSlide" Target="/ppt/notesSlides/notesSlide4.xml" Id="R30b1df540e76490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7da437b8f041b6" /><Relationship Type="http://schemas.openxmlformats.org/officeDocument/2006/relationships/notesSlide" Target="/ppt/notesSlides/notesSlide5.xml" Id="R752a4609f82a40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4a0e59198c42fb" /><Relationship Type="http://schemas.openxmlformats.org/officeDocument/2006/relationships/notesSlide" Target="/ppt/notesSlides/notesSlide6.xml" Id="Raa40e7fe46554da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9d2c11a9014988" /><Relationship Type="http://schemas.openxmlformats.org/officeDocument/2006/relationships/notesSlide" Target="/ppt/notesSlides/notesSlide7.xml" Id="R019855a8181d48e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f90d29fff747b8" /><Relationship Type="http://schemas.openxmlformats.org/officeDocument/2006/relationships/notesSlide" Target="/ppt/notesSlides/notesSlide8.xml" Id="R98eb47f4af4f4d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c69fc725b28486e" /><Relationship Type="http://schemas.openxmlformats.org/officeDocument/2006/relationships/notesSlide" Target="/ppt/notesSlides/notesSlide9.xml" Id="R4fb8c798285d4d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663563a26c7410b" /><Relationship Type="http://schemas.openxmlformats.org/officeDocument/2006/relationships/notesSlide" Target="/ppt/notesSlides/notesSlide10.xml" Id="R6476a6c13d214fa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dc0b469874487e" /><Relationship Type="http://schemas.openxmlformats.org/officeDocument/2006/relationships/notesSlide" Target="/ppt/notesSlides/notesSlide11.xml" Id="R5fc14ec287484ad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a0cd0302df4d66" /><Relationship Type="http://schemas.openxmlformats.org/officeDocument/2006/relationships/notesSlide" Target="/ppt/notesSlides/notesSlide12.xml" Id="R199753f82141494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c312760abf4279" /><Relationship Type="http://schemas.openxmlformats.org/officeDocument/2006/relationships/notesSlide" Target="/ppt/notesSlides/notesSlide13.xml" Id="R70d2896a1079411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0d0d28c422b4feb" /><Relationship Type="http://schemas.openxmlformats.org/officeDocument/2006/relationships/notesSlide" Target="/ppt/notesSlides/notesSlide14.xml" Id="R9dd7098312b64d6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350fbf28004871" /><Relationship Type="http://schemas.openxmlformats.org/officeDocument/2006/relationships/notesSlide" Target="/ppt/notesSlides/notesSlide15.xml" Id="Rbb5fe471822c4d9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b76728b0ad47a0" /><Relationship Type="http://schemas.openxmlformats.org/officeDocument/2006/relationships/notesSlide" Target="/ppt/notesSlides/notesSlide16.xml" Id="R805bdd18d7d2470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dc170dcdfb4dbf" /><Relationship Type="http://schemas.openxmlformats.org/officeDocument/2006/relationships/notesSlide" Target="/ppt/notesSlides/notesSlide17.xml" Id="R3da4bafbe8a6492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e02604511b4bdb" /><Relationship Type="http://schemas.openxmlformats.org/officeDocument/2006/relationships/notesSlide" Target="/ppt/notesSlides/notesSlide18.xml" Id="Rd83c58f59e65499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883377eb93e4165" /><Relationship Type="http://schemas.openxmlformats.org/officeDocument/2006/relationships/notesSlide" Target="/ppt/notesSlides/notesSlide19.xml" Id="Rdf2b951d567d41b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caa596ad9b542a2" /><Relationship Type="http://schemas.openxmlformats.org/officeDocument/2006/relationships/notesSlide" Target="/ppt/notesSlides/notesSlide20.xml" Id="Rd1d9ab59884d42c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a2cb8aa0ba64021" /><Relationship Type="http://schemas.openxmlformats.org/officeDocument/2006/relationships/notesSlide" Target="/ppt/notesSlides/notesSlide21.xml" Id="R5645e159b18f420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4756056f803438a" /><Relationship Type="http://schemas.openxmlformats.org/officeDocument/2006/relationships/notesSlide" Target="/ppt/notesSlides/notesSlide22.xml" Id="Rfcfee07c309d4b2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a4cbe5f8914b12" /><Relationship Type="http://schemas.openxmlformats.org/officeDocument/2006/relationships/notesSlide" Target="/ppt/notesSlides/notesSlide23.xml" Id="R8e03320cc722424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0f4172827734417" /><Relationship Type="http://schemas.openxmlformats.org/officeDocument/2006/relationships/notesSlide" Target="/ppt/notesSlides/notesSlide24.xml" Id="R4d0b37d6d22a477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ac53d16ccb4f5d" /><Relationship Type="http://schemas.openxmlformats.org/officeDocument/2006/relationships/notesSlide" Target="/ppt/notesSlides/notesSlide25.xml" Id="Rb9e07172d872451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ff8afffb18842b1" /><Relationship Type="http://schemas.openxmlformats.org/officeDocument/2006/relationships/notesSlide" Target="/ppt/notesSlides/notesSlide26.xml" Id="R0fcb3dc0f0644f4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3a276d45f4449bc" /><Relationship Type="http://schemas.openxmlformats.org/officeDocument/2006/relationships/notesSlide" Target="/ppt/notesSlides/notesSlide27.xml" Id="Rd3b9c7017a514c4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8ffd32d7bf44100" /><Relationship Type="http://schemas.openxmlformats.org/officeDocument/2006/relationships/notesSlide" Target="/ppt/notesSlides/notesSlide28.xml" Id="R6c88c3262a8344a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edf68438f0c4791" /><Relationship Type="http://schemas.openxmlformats.org/officeDocument/2006/relationships/notesSlide" Target="/ppt/notesSlides/notesSlide29.xml" Id="Rdd030eb3bf814a5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f2da6f464fe4cc0" /><Relationship Type="http://schemas.openxmlformats.org/officeDocument/2006/relationships/notesSlide" Target="/ppt/notesSlides/notesSlide30.xml" Id="Ra4843d7874a247a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74df63559b04517" /><Relationship Type="http://schemas.openxmlformats.org/officeDocument/2006/relationships/notesSlide" Target="/ppt/notesSlides/notesSlide31.xml" Id="Rd1e98f9a163a449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130d90c4c54f53" /><Relationship Type="http://schemas.openxmlformats.org/officeDocument/2006/relationships/notesSlide" Target="/ppt/notesSlides/notesSlide32.xml" Id="R9781d22308834cc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34f7ebc59949a6" /><Relationship Type="http://schemas.openxmlformats.org/officeDocument/2006/relationships/notesSlide" Target="/ppt/notesSlides/notesSlide33.xml" Id="R6aeb7a9a9dde45e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65E9DE1-AA1B-4C9A-8E4E-92C0E7E8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F7F0795-36C7-40D0-AF23-0AC47E4E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1051560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4000" b="1">
                <a:solidFill>
                  <a:srgbClr val="FFFFFF"/>
                </a:solidFill>
              </a:defRPr>
            </a:pPr>
            <a:r>
              <a:t>The Request Workbench</a:t>
            </a:r>
          </a:p>
          <a:p xmlns:a="http://schemas.openxmlformats.org/drawingml/2006/main">
            <a:pPr>
              <a:buNone/>
              <a:defRPr sz="2000">
                <a:solidFill>
                  <a:srgbClr val="C9D4E0"/>
                </a:solidFill>
              </a:defRPr>
            </a:pPr>
            <a:r>
              <a:t>A practical guide for Program Directors</a:t>
            </a:r>
          </a:p>
          <a:p xmlns:a="http://schemas.openxmlformats.org/drawingml/2006/main">
            <a:pPr>
              <a:buNone/>
              <a:defRPr sz="1300" b="1">
                <a:solidFill>
                  <a:srgbClr val="0B5C8A"/>
                </a:solidFill>
              </a:defRPr>
            </a:pPr>
            <a:r>
              <a:t>ONBOARDING · PD EDITION · DRAFT v1</a:t>
            </a:r>
          </a:p>
        </p:txBody>
      </p:sp>
    </p:spTree>
    <p:extLst>
      <p:ext uri="{BB962C8B-B14F-4D97-AF65-F5344CB8AC3E}">
        <p14:creationId xmlns:p14="http://schemas.microsoft.com/office/powerpoint/2010/main" val="15837539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D75EEA6-C294-43CD-BCBA-57D85E21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D274FD7-3277-4F2D-BAED-1495FA62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AGENDA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D828622-8E72-4325-BC6C-C7EA789C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What you'll be able to do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05F880-97E5-48D3-83C5-C76BA7B1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Open any request and see, in one place, where it stands and what to do next.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Run the whole reviewer cycle — find, invite, chase, track — without leaving the request.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Read the proposal, its Phase I documents, and the AI summaries side by side.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Send grantee-deliverable invitations to awardees.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We'll walk one proposal from open → reviewers engaged → reviews in. Same step order Connor's technical deck uses.</a:t>
            </a:r>
          </a:p>
        </p:txBody>
      </p:sp>
    </p:spTree>
    <p:extLst>
      <p:ext uri="{BB962C8B-B14F-4D97-AF65-F5344CB8AC3E}">
        <p14:creationId xmlns:p14="http://schemas.microsoft.com/office/powerpoint/2010/main" val="49029427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4CD676D-BD55-4AC1-822F-9990D8F0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194E4EB-82EC-404B-AF69-69D79AF7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82E2CDA-78AD-471F-B816-C6158058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What the Workbench is</a:t>
            </a:r>
          </a:p>
        </p:txBody>
      </p:sp>
    </p:spTree>
    <p:extLst>
      <p:ext uri="{BB962C8B-B14F-4D97-AF65-F5344CB8AC3E}">
        <p14:creationId xmlns:p14="http://schemas.microsoft.com/office/powerpoint/2010/main" val="112064512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F54CDB2-2D80-4AB9-A984-1D4A85DF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24B0094-CC67-4E1A-8430-FC7AE5E9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78E0318-79E1-4329-A31B-7DC4CAB1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What the Workbench is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9D57A3A-B314-4E5E-AF6D-F99E1609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One command center per request — not a pile of separate apps.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Before: reviewer-finder, review-manager, and lookups were separate tools you switched between.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Now: open the request once; everything for it lives behind a tab strip.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Request-in-context: every action already knows which proposal, cycle, and program you're on.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You recommend; the board decides. The Workbench never changes the official decision.</a:t>
            </a:r>
          </a:p>
        </p:txBody>
      </p:sp>
    </p:spTree>
    <p:extLst>
      <p:ext uri="{BB962C8B-B14F-4D97-AF65-F5344CB8AC3E}">
        <p14:creationId xmlns:p14="http://schemas.microsoft.com/office/powerpoint/2010/main" val="20899088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EA9ABF1-0CE0-437B-9461-DB63BD99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CFAAA3-5CF1-45A0-9A25-BB6B9C26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0132DAC-0C52-4E1D-8DA7-51533605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Getting in &amp; opening a request</a:t>
            </a:r>
          </a:p>
        </p:txBody>
      </p:sp>
    </p:spTree>
    <p:extLst>
      <p:ext uri="{BB962C8B-B14F-4D97-AF65-F5344CB8AC3E}">
        <p14:creationId xmlns:p14="http://schemas.microsoft.com/office/powerpoint/2010/main" val="60355068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8F2CBEE-2F8E-4729-B7CD-918A069A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D535740-580B-426A-909F-7E3BDD3FF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607A4D-E2C1-41C2-AB04-9AE88424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Getting in &amp; opening a request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99D4464-5461-463E-978C-D9E1830E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Sign in with your Microsoft account; access is granted per person.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Open a request and you land on the Overview tab.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The header always shows the request number, title, cycle, program, and institution.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Tip: the page remembers the tab in the URL, so you can bookmark or share a deep link to an exact tab.</a:t>
            </a:r>
          </a:p>
        </p:txBody>
      </p:sp>
    </p:spTree>
    <p:extLst>
      <p:ext uri="{BB962C8B-B14F-4D97-AF65-F5344CB8AC3E}">
        <p14:creationId xmlns:p14="http://schemas.microsoft.com/office/powerpoint/2010/main" val="13579963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CB8D006-DC8D-42AF-B612-4CE496C9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FB88D96-5C62-4973-83B2-0035E433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0B05270-6444-4A35-A7F6-90DA222D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The tab strip</a:t>
            </a:r>
          </a:p>
        </p:txBody>
      </p:sp>
    </p:spTree>
    <p:extLst>
      <p:ext uri="{BB962C8B-B14F-4D97-AF65-F5344CB8AC3E}">
        <p14:creationId xmlns:p14="http://schemas.microsoft.com/office/powerpoint/2010/main" val="59780174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3545481-414F-4020-88DA-E09553C3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1AA6E5E-BAD4-424E-91F5-EA368A3D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5BC23DE-9CB6-43BD-8153-F22B2C89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The tab strip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2A62343-BAB1-47CB-9204-875A48EA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Seven tabs are implemented in source: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Overview · Proposal · Initial Assessment · Reviewers · Reviews · Status · Awardee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Three remain placeholders for the later request lifecycle: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Pre Site Visit · Site Visit · Final Writeup</a:t>
            </a:r>
            <a:r>
              <a:t> — they say "coming in a later update."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You'll spend most of your time on the Reviewers tab.</a:t>
            </a:r>
          </a:p>
        </p:txBody>
      </p:sp>
    </p:spTree>
    <p:extLst>
      <p:ext uri="{BB962C8B-B14F-4D97-AF65-F5344CB8AC3E}">
        <p14:creationId xmlns:p14="http://schemas.microsoft.com/office/powerpoint/2010/main" val="178638528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1D0534C-389D-4DC3-B5BC-EE17BDFC6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9E0093B-1E2C-4C58-9725-B0A7867E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FDFBE05-FE61-4644-B6AD-BEEB1E051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Overview tab — the command center</a:t>
            </a:r>
          </a:p>
        </p:txBody>
      </p:sp>
    </p:spTree>
    <p:extLst>
      <p:ext uri="{BB962C8B-B14F-4D97-AF65-F5344CB8AC3E}">
        <p14:creationId xmlns:p14="http://schemas.microsoft.com/office/powerpoint/2010/main" val="200924146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DC713EF-B66D-4768-AE46-DB9CDF9F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F36A48-BC4E-4D12-8377-A314B7AE7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C8007B-9452-4666-8C7D-53B9D95A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Overview tab — the command center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0CA8193-1834-4DD6-B3E8-F4257B6F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 fast answer to "where is this request and what do I do next?"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Reviewer funnel at a glance: how many candidates, invited, accepted, materials sent, reviews in.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 "what next" hint based on that funnel.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Key request facts: meeting date, amounts, status.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Use it as your daily starting point for each request.</a:t>
            </a:r>
          </a:p>
        </p:txBody>
      </p:sp>
    </p:spTree>
    <p:extLst>
      <p:ext uri="{BB962C8B-B14F-4D97-AF65-F5344CB8AC3E}">
        <p14:creationId xmlns:p14="http://schemas.microsoft.com/office/powerpoint/2010/main" val="102932947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34D30A5-C3E7-42D9-B175-24E61077F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648E8DA-AC08-42A7-B657-BF62E51A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9F38A2-7D50-42C3-BAD5-96350231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Proposal tab</a:t>
            </a:r>
          </a:p>
        </p:txBody>
      </p:sp>
    </p:spTree>
    <p:extLst>
      <p:ext uri="{BB962C8B-B14F-4D97-AF65-F5344CB8AC3E}">
        <p14:creationId xmlns:p14="http://schemas.microsoft.com/office/powerpoint/2010/main" val="94143869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6B29191-094C-40D8-9447-B69B5E601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23EC9C-77CD-4FAC-A114-CBDF1C7C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73ACF80-91A2-460B-8155-AAA71C93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Proposal tab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65A753B-9C0A-495C-BAD9-CFA6F864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Everything about the proposal itself, stacked top to bottom: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Proposal info — PI, Co-PIs, abstract, amounts.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Phase I documents — view/download the submitted files.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AI content — fit rationale, summary, extracted data (Field Primer expands here over time).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This is your read-the-proposal surface while you decide who should review it.</a:t>
            </a:r>
          </a:p>
        </p:txBody>
      </p:sp>
    </p:spTree>
    <p:extLst>
      <p:ext uri="{BB962C8B-B14F-4D97-AF65-F5344CB8AC3E}">
        <p14:creationId xmlns:p14="http://schemas.microsoft.com/office/powerpoint/2010/main" val="85456804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B538396-2C86-4F48-91CA-FA15E5B6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E9C0D41-47DA-4421-AFEA-B30BA490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6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603E4E2-726E-4712-8A7E-DCC87DFA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Reviewers · Find</a:t>
            </a:r>
          </a:p>
        </p:txBody>
      </p:sp>
    </p:spTree>
    <p:extLst>
      <p:ext uri="{BB962C8B-B14F-4D97-AF65-F5344CB8AC3E}">
        <p14:creationId xmlns:p14="http://schemas.microsoft.com/office/powerpoint/2010/main" val="95509129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49CFDFF-016F-45FE-83DB-F638FBE8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5B1EA48-3AD0-4BD1-9651-FE806286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6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EE4160D-2D05-4637-A90E-4EBD712E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Reviewers · Find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214E72A-07FF-4F47-AB4F-80A4DCFC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Build a pool of potential reviewers for this proposal.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Pull in applicant-recommended reviewers automatically.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Search for additional candidates by expertise; the tool enriches contact details.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Nothing is saved until you choose "Save as candidates" — search results are scratch until then.</a:t>
            </a:r>
          </a:p>
        </p:txBody>
      </p:sp>
    </p:spTree>
    <p:extLst>
      <p:ext uri="{BB962C8B-B14F-4D97-AF65-F5344CB8AC3E}">
        <p14:creationId xmlns:p14="http://schemas.microsoft.com/office/powerpoint/2010/main" val="174728313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D8F3765-9FF5-4B8C-9387-8AA03091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DE17984-1CD9-4EBD-888E-A96DEEBB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7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B271FFF-9B94-4201-A83F-B45D1031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Reviewers · Invite Reviewers</a:t>
            </a:r>
          </a:p>
        </p:txBody>
      </p:sp>
    </p:spTree>
    <p:extLst>
      <p:ext uri="{BB962C8B-B14F-4D97-AF65-F5344CB8AC3E}">
        <p14:creationId xmlns:p14="http://schemas.microsoft.com/office/powerpoint/2010/main" val="49797877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E7702EA-B237-4B2D-A941-3C554745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276B13A-88B0-4602-AD90-4945E7AA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7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EE8F3B2-DB52-4B86-8E14-2E158C37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Reviewers · Invite Reviewers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BFDB2F4-7438-4B63-8C53-94E95169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Your saved shortlist for this request — this is where you invite (the tab was renamed from "Candidates"):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Why they fit, h-index/citations, expertise keywords, Scholar/ORCID/website links.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Select candidates and click Send invitation to invite the ones not yet invited.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Heads-up — there is no longer a "Re-invite" button: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Invited people who haven't replied are nudged automatically by a reminder (Step 8/11).</a:t>
            </a:r>
          </a:p>
        </p:txBody>
      </p:sp>
    </p:spTree>
    <p:extLst>
      <p:ext uri="{BB962C8B-B14F-4D97-AF65-F5344CB8AC3E}">
        <p14:creationId xmlns:p14="http://schemas.microsoft.com/office/powerpoint/2010/main" val="120354036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E71C454-BA56-4A1F-8159-6A0374EF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73D4734-B367-4056-A551-11A44579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B80137C-1FC1-40B8-B69B-E57BA497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Campaign settings</a:t>
            </a:r>
          </a:p>
        </p:txBody>
      </p:sp>
    </p:spTree>
    <p:extLst>
      <p:ext uri="{BB962C8B-B14F-4D97-AF65-F5344CB8AC3E}">
        <p14:creationId xmlns:p14="http://schemas.microsoft.com/office/powerpoint/2010/main" val="141307481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8E8C5DD-E98C-4C19-80D8-6D9204FA2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CE5B76F-8DFD-41DC-A728-E2D288E0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943B34B-9B4A-4D1F-A44F-881A6B5A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Campaign settings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7162E2F-4F19-4BE7-A5DA-2428731C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Set the timing once for the whole request; invitations inherit it.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Days to respond — how long a reviewer has to accept (an offset, so later waves get the full window).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Review due date — the fixed deadline reviews are due.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Reminders — turn the respond-by and review-due nudges on/off and set how many days before.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Desired count — how many accepted reviewers you're aiming for (drives the quota notice).</a:t>
            </a:r>
          </a:p>
        </p:txBody>
      </p:sp>
    </p:spTree>
    <p:extLst>
      <p:ext uri="{BB962C8B-B14F-4D97-AF65-F5344CB8AC3E}">
        <p14:creationId xmlns:p14="http://schemas.microsoft.com/office/powerpoint/2010/main" val="22270265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E25B860-0697-40F3-9565-80D80B8F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49ABC10-E00B-4ACE-B9F1-2039249D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9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3294FA5-79BC-44D5-961F-3D403F82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Sending the invitation</a:t>
            </a:r>
          </a:p>
        </p:txBody>
      </p:sp>
    </p:spTree>
    <p:extLst>
      <p:ext uri="{BB962C8B-B14F-4D97-AF65-F5344CB8AC3E}">
        <p14:creationId xmlns:p14="http://schemas.microsoft.com/office/powerpoint/2010/main" val="4391314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BFAD16F-2E55-4A6B-BAED-9D1369C4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7E97E18-BC9A-4A84-AA4A-75C4659B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9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EA1C761-1266-4895-897A-130DC56C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Sending the invitation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A64E073-B293-49D4-A4CC-55DF0583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The invitation modal pre-fills timing from Campaign settings.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Review the email, then send — each reviewer gets a secure personal accept/decline link.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Low-confidence or missing email addresses are flagged before you send.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Only the invitation goes pre-acceptance — proposal materials are never attached until a reviewer has accepted.</a:t>
            </a:r>
          </a:p>
        </p:txBody>
      </p:sp>
    </p:spTree>
    <p:extLst>
      <p:ext uri="{BB962C8B-B14F-4D97-AF65-F5344CB8AC3E}">
        <p14:creationId xmlns:p14="http://schemas.microsoft.com/office/powerpoint/2010/main" val="84616997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92A1BE1-5FE5-4B72-982D-77C43D509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0459552-5C23-49FF-AA93-CE65383C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10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5A16B1E-FE54-41E7-A9F6-4CB9CEFF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What the reviewer sees</a:t>
            </a:r>
          </a:p>
        </p:txBody>
      </p:sp>
    </p:spTree>
    <p:extLst>
      <p:ext uri="{BB962C8B-B14F-4D97-AF65-F5344CB8AC3E}">
        <p14:creationId xmlns:p14="http://schemas.microsoft.com/office/powerpoint/2010/main" val="77735046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451F57-43CA-483B-87C4-B24E3186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73603D4-2CAA-4F05-8867-A65D5C06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10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5845D20-F6D1-4668-920C-E1F8E660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What the reviewer sees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77FD97-D0B0-4FB4-965F-5BC03E1E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Reviewers click their link and land on a simple accept/decline page.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Accepting captures the COI &amp; AI-use acknowledgements plus mailing/contact details for honorarium.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They then "sit tight" until you release the proposal materials.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Knowing this page helps you answer reviewer questions quickly.</a:t>
            </a:r>
          </a:p>
        </p:txBody>
      </p:sp>
    </p:spTree>
    <p:extLst>
      <p:ext uri="{BB962C8B-B14F-4D97-AF65-F5344CB8AC3E}">
        <p14:creationId xmlns:p14="http://schemas.microsoft.com/office/powerpoint/2010/main" val="86637039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BF82317-2F33-4C1F-9E79-06653784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49073E3-D637-4812-8AE2-C6A9D761E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E41B7B8-D0B6-4AB8-AB2D-66EECEAF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Reviewers · Track Reviewers</a:t>
            </a:r>
          </a:p>
        </p:txBody>
      </p:sp>
    </p:spTree>
    <p:extLst>
      <p:ext uri="{BB962C8B-B14F-4D97-AF65-F5344CB8AC3E}">
        <p14:creationId xmlns:p14="http://schemas.microsoft.com/office/powerpoint/2010/main" val="53106458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FE94D80-4FC9-4EBB-B98B-72F48957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1F95605-C880-4ED9-9001-625C8799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495E5E5-6FF4-4A81-8E61-8D75D204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Reviewers · Track Reviewers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2FA45F7-82E3-4529-81B0-85B31FDB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Accepted reviewers live here — use Release to reviewers to send the proposal to those awaiting materials.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Track everyone in flight, from materials sent through review received (this one tab absorbed the old Invite and Completed sub-tabs).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The system chases for you: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Respond-by reminder nudges invitees who haven't replied.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Review-due reminder nudges accepted reviewers who haven't submitted.</a:t>
            </a:r>
          </a:p>
        </p:txBody>
      </p:sp>
    </p:spTree>
    <p:extLst>
      <p:ext uri="{BB962C8B-B14F-4D97-AF65-F5344CB8AC3E}">
        <p14:creationId xmlns:p14="http://schemas.microsoft.com/office/powerpoint/2010/main" val="2016504231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F58431A-561F-4ECB-B158-ACEC9409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AC05C89-1294-425D-AA64-BFF76ED6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C9BBF2E-E04E-4478-83F8-04E8DF94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Quota &amp; winding down</a:t>
            </a:r>
          </a:p>
        </p:txBody>
      </p:sp>
    </p:spTree>
    <p:extLst>
      <p:ext uri="{BB962C8B-B14F-4D97-AF65-F5344CB8AC3E}">
        <p14:creationId xmlns:p14="http://schemas.microsoft.com/office/powerpoint/2010/main" val="1228091996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7209222-A74A-40E0-823A-5ED96AE8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DB73719-F128-4129-A0A9-14442366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EFC0469-1E8E-4956-BFCC-109D0400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Quota &amp; winding down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535C0E1-6027-4B79-AAE1-F18A0B00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When accepted reviewers reach your desired count, you get a notification.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You decide who (if anyone) to release — a slow-but-wanted senior reviewer is never auto-dropped.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Select still-pending invitees and choose Release as no longer needed: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Sends a polite thank-you and closes their invitation; their reminders stop.</a:t>
            </a:r>
          </a:p>
        </p:txBody>
      </p:sp>
    </p:spTree>
    <p:extLst>
      <p:ext uri="{BB962C8B-B14F-4D97-AF65-F5344CB8AC3E}">
        <p14:creationId xmlns:p14="http://schemas.microsoft.com/office/powerpoint/2010/main" val="117925995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595DFC8-09DE-418B-B381-525A81F4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469E14-2C93-4F3C-9F6B-53C48308C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CB8FCCE-1C81-4589-973E-F1735EE4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Reviewers · Track Reviewers (completion)</a:t>
            </a:r>
          </a:p>
        </p:txBody>
      </p:sp>
    </p:spTree>
    <p:extLst>
      <p:ext uri="{BB962C8B-B14F-4D97-AF65-F5344CB8AC3E}">
        <p14:creationId xmlns:p14="http://schemas.microsoft.com/office/powerpoint/2010/main" val="48867702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F159443-51BA-4F27-ABFA-3520562B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8C13D13-C61A-42CF-A72B-F3214153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D79B324-7B6E-49FF-AB0D-72047193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Reviewers · Track Reviewers (completion)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4E6BA21-8BEA-4223-B9E9-7B0FE41E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Completed reviewers (review returned) show within Track Reviewers — there is no separate Completed tab anymore.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Marking a review complete is record-keeping only; nothing auto-pays or drops the row off.</a:t>
            </a:r>
          </a:p>
        </p:txBody>
      </p:sp>
    </p:spTree>
    <p:extLst>
      <p:ext uri="{BB962C8B-B14F-4D97-AF65-F5344CB8AC3E}">
        <p14:creationId xmlns:p14="http://schemas.microsoft.com/office/powerpoint/2010/main" val="24624106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560066B-DE8C-4971-838E-B42E296A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268B1E6-3376-46F6-A7C3-402BC4CD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7508C3E-44F4-4A1C-A2CC-04623EB3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Status tab</a:t>
            </a:r>
          </a:p>
        </p:txBody>
      </p:sp>
    </p:spTree>
    <p:extLst>
      <p:ext uri="{BB962C8B-B14F-4D97-AF65-F5344CB8AC3E}">
        <p14:creationId xmlns:p14="http://schemas.microsoft.com/office/powerpoint/2010/main" val="928012105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B646D19-FA5E-42A4-96A7-9F153FEF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28F238A-14AF-431B-8540-D9C3B2E8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C409783-860B-40B3-8792-09C4A24E9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Status tab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92C4FE9-5DE0-4983-9E0B-FA110717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 read-only reflection of the proposal's official Dynamics status.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Staff recommend; the board decides; the decision is recorded elsewhere in Dynamics.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The Workbench never edits status here — it's a display surface only.</a:t>
            </a:r>
          </a:p>
        </p:txBody>
      </p:sp>
    </p:spTree>
    <p:extLst>
      <p:ext uri="{BB962C8B-B14F-4D97-AF65-F5344CB8AC3E}">
        <p14:creationId xmlns:p14="http://schemas.microsoft.com/office/powerpoint/2010/main" val="407384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AD03E19-9AE2-45D9-ADFA-922AAD90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5BDEBC4-279D-4219-9DA5-0878F85E6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244833F-D86C-458E-BDDB-8C634B8D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Awardee tab — grantee deliverables</a:t>
            </a:r>
          </a:p>
        </p:txBody>
      </p:sp>
    </p:spTree>
    <p:extLst>
      <p:ext uri="{BB962C8B-B14F-4D97-AF65-F5344CB8AC3E}">
        <p14:creationId xmlns:p14="http://schemas.microsoft.com/office/powerpoint/2010/main" val="92329600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D878BBD-1848-45B4-828E-5AEE14D4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008DBF1-E88C-4DA0-A492-82362193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420E336-756F-4C1E-9D21-FFA417AB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Awardee tab — grantee deliverables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04F1ED9-3168-4C32-9B01-CF8180ED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For research awards: orchestrate the grantee-deliverables outreach.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Generate the style-guide abstract, confirm recipients (PI in To, liaison in Cc), preview, and send the invite.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Copy website HTML for a single award, or open the combined cycle export.</a:t>
            </a:r>
          </a:p>
        </p:txBody>
      </p:sp>
    </p:spTree>
    <p:extLst>
      <p:ext uri="{BB962C8B-B14F-4D97-AF65-F5344CB8AC3E}">
        <p14:creationId xmlns:p14="http://schemas.microsoft.com/office/powerpoint/2010/main" val="1459910591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35ADEC3-FB2C-4506-88CA-1956E966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75192B2-E9B6-487F-8A3F-54F19E91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WRAP-UP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AE4B4CF-E184-44F5-AFE7-7247C557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FAQ &amp; where to get help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50741A7-379B-4996-94B9-FD2296AE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"Where did the Re-invite button go?" — replaced by the automatic respond-by reminder.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"A change isn't showing" — hard-refresh; the app updates as we ship.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"A tab says coming soon" — that lifecycle stage isn't built yet; it's on the roadmap.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Who to ask: your team lead for workflow; Connor for anything technical.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This deck is a draft — tell us what's confusing and we'll tighten it.</a:t>
            </a:r>
          </a:p>
        </p:txBody>
      </p:sp>
    </p:spTree>
    <p:extLst>
      <p:ext uri="{BB962C8B-B14F-4D97-AF65-F5344CB8AC3E}">
        <p14:creationId xmlns:p14="http://schemas.microsoft.com/office/powerpoint/2010/main" val="132469462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2026-07-29T17:57:18.1520000Z</dcterms:created>
  <dcterms:modified xsi:type="dcterms:W3CDTF">2026-07-29T17:57:18.1520000Z</dcterms:modified>
</coreProperties>
</file>