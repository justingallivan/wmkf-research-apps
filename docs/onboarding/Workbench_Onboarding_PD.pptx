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Read the proposal, its Phase I and Phase II documents, and the AI summaries side by side.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Nine tabs, all live — no placeholders left: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 · Proposal · Initial Assessment · Reviewers · Reviews · Staff Deliberations · Final Writeup · Status · Awardee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Staff Deliberations merges the former Pre Site Visit Writeup and Site Visit tabs into one workspace.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funnel at a glance: Candidates, Invited, Accepted, Complete.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Complete here means closed out, not just "review returned" — see Step 13.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Phase I and Phase II documents — view/download the submitted files.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It was retired (S277) when the automated respond-by reminder was introduced.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For an unanswered invitee, use the "Send reminder" nudge right here in Invite Reviewers instead.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That nudge mints a fresh secure link, replacing the reviewer's earlier invitation link.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Reminder controls are not available in this panel: nudge an unanswered invitee from Invite Reviewers, or an accepted-but-not-submitted review from Track Reviewers or Reviews.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Scheduled automatic reviewer reminders remain paused; here you can nudge an accepted reviewer who hasn't submitted with Send reminder.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This action is link-free — it doesn't mint or change their existing review link (the invite-stage nudge lives in Invite Reviewers).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Received and Complete are two different states — a returned review isn't closed out yet.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Closing it out asks whether an honorarium should be paid (Yes/No/not applicable), with a reason required when the answer is No.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That decision doesn't itself create or pay anything — payment stays an Operations/Finance process outside the Workbench.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There is no separate Completed tab anymore; both states show within Track Reviewers.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"Where did the Re-invite button go?" — it was retired (S277) when the automated respond-by reminder shipped; nudge an unanswered invitee instead with Send reminder in Invite Reviewers. Scheduled automatic reminders remain paused separately.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"Awardee tab looks empty" — it's research-grants only; other grant types won't populate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