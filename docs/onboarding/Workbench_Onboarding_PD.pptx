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The Request Workbench</a:t>
            </a:r>
          </a:p>
          <a:p>
            <a:pPr>
              <a:defRPr sz="2000">
                <a:solidFill>
                  <a:srgbClr val="C9D4E0"/>
                </a:solidFill>
              </a:defRPr>
            </a:pPr>
            <a:r>
              <a:t>A practical guide for Program Directors</a:t>
            </a:r>
          </a:p>
          <a:p>
            <a:pPr>
              <a:defRPr sz="1300" b="1">
                <a:solidFill>
                  <a:srgbClr val="0B5C8A"/>
                </a:solidFill>
              </a:defRPr>
            </a:pPr>
            <a:r>
              <a:t>ONBOARDING · PD EDITION · DRAFT 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you'll be able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Open any request and see, in one place, where it stands and what to do next.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Run the whole reviewer cycle — find, invite, chase, track — without leaving the request.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Read the proposal, its Phase I and Phase II documents, and the AI summaries side by side.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Send grantee-deliverable invitations to awardees.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We'll walk one proposal from open → reviewers engaged → reviews in. Same step order Connor's technical deck uses.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What the Workbench 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the Workbench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One command center per request — not a pile of separate apps.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Before: reviewer-finder, review-manager, and lookups were separate tools you switched between.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Now: open the request once; everything for it lives behind a tab strip.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Request-in-context: every action already knows which proposal, cycle, and program you're 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 recommend; the board decides. The Workbench never changes the official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Getting in &amp; opening a request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Getting in &amp; opening a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Sign in with your Microsoft account; access is granted per person.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Open a request and you land on the Overview tab.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 header always shows the request number, title, cycle, program, and institution.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Tip: the page remembers the tab in the URL, so you can bookmark or share a deep link to an exact tab.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The tab strip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tab strip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Nine tabs, all live — no placeholders left: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Overview · Proposal · Initial Assessment · Reviewers · Reviews · Staff Deliberations · Final Writeup · Status · Awardee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Staff Deliberations merges the former Pre Site Visit Writeup and Site Visit tabs into one workspace.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You'll spend most of your time on the Reviewers tab.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Overview tab — the command center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Overview tab — the command center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 fast answer to "where is this request and what do I do next?"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 funnel at a glance: how many candidates, invited, accepted, materials sent, reviews in.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 "what next" hint based on that funnel.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Key request facts: meeting date, amounts, status.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Use it as your daily starting point for each request.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Proposal tab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Proposal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Everything about the proposal itself, stacked top to bottom: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Proposal info — PI, Co-PIs, abstract, amounts.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Phase I and Phase II documents — view/download the submitted files.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AI content — fit rationale, summary, extracted data (Field Primer expands here over time).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This is your read-the-proposal surface while you decide who should review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Find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Find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Build a pool of potential reviewers for this proposal.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Pull in applicant-recommended reviewers automatically.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Search for additional candidates by expertise; the tool enriches contact details.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Nothing is saved until you choose "Save as candidates" — search results are scratch until then.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Invite Reviewers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Invite Reviewers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Your saved shortlist for this request — this is where you invite (the tab was renamed from "Candidates"):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Why they fit, h-index/citations, expertise keywords, Scholar/ORCID/website links.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Select candidates and click Send invitation to invite the ones not yet invited.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Heads-up — there is no longer a "Re-invite" button: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It was retired (S277) when the automated respond-by reminder was introduced.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For an unanswered invitee, use the "Send reminder" nudge right here in Invite Reviewers instead.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That nudge mints a fresh secure link, replacing the reviewer's earlier invitation link.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Campaign settings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Campaign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Set the timing once for the whole request; invitations inherit it.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Days to respond — how long a reviewer has to accept (an offset, so later waves get the full window).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Review due date — the fixed deadline reviews are due.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Reminder controls are not available in this panel: nudge an unanswered invitee from Invite Reviewers, or an accepted-but-not-submitted review from Track Reviewers or Reviews.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Desired count — how many accepted reviewers you're aiming for (drives the quota notice).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Sending the invitation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Sending the invitation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 invitation modal pre-fills timing from Campaign settings.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 the email, then send — each reviewer gets a secure personal accept/decline link.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Low-confidence or missing email addresses are flagged before you send.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Only the invitation goes pre-acceptance — proposal materials are never attached until a reviewer has accepted.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What the reviewer sees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the reviewer sees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Reviewers click their link and land on a simple accept/decline page.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Accepting captures the COI &amp; AI-use acknowledgements plus mailing/contact details for honorarium.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They then "sit tight" until you release the proposal materials.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Knowing this page helps you answer reviewer questions quickly.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Track Reviewers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Track Reviewers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Accepted reviewers live here — use Release to reviewers to send the proposal to those awaiting materials.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Track everyone in flight, from materials sent through review received (this one tab absorbed the old Invite and Completed sub-tabs).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Scheduled automatic reviewer reminders remain paused; here you can nudge an accepted reviewer who hasn't submitted with Send reminder.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This action is link-free — it doesn't mint or change their existing review link (the invite-stage nudge lives in Invite Reviewers).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Quota &amp; winding down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Quota &amp; winding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When accepted reviewers reach your desired count, you get a notification.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 decide who (if anyone) to release — a slow-but-wanted senior reviewer is never auto-dropped.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Select still-pending invitees and choose Release as no longer needed: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Sends a polite thank-you and closes their invitation; their reminders stop.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Track Reviewers (completion)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Track Reviewers (completion)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Completed reviewers (review returned) show within Track Reviewers — there is no separate Completed tab anymore.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Marking a review complete is record-keeping only; nothing auto-pays or drops the row off.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Status tab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Status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 read-only reflection of the proposal's official Dynamics status.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Staff recommend; the board decides; the decision is recorded elsewhere in Dynamics.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 Workbench never edits status here — it's a display surface only.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Awardee tab — grantee deliverables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Awardee tab — grantee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For research awards: orchestrate the grantee-deliverables outreach.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Generate the style-guide abstract, confirm recipients (PI in To, liaison in Cc), preview, and send the invite.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Copy website HTML for a single award, or open the combined cycle export.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FAQ &amp; where to get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"Where did the Re-invite button go?" — it was retired (S277) when the automated respond-by reminder shipped; nudge an unanswered invitee instead with Send reminder in Invite Reviewers. Scheduled automatic reminders remain paused separately.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"A change isn't showing" — hard-refresh; the app updates as we ship.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"Awardee tab looks empty" — it's research-grants only; other grant types won't populate it.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Who to ask: your team lead for workflow; Connor for anything technical.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This deck is a draft — tell us what's confusing and we'll tighten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